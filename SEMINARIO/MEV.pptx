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6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7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8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1" r:id="rId1"/>
  </p:sldMasterIdLst>
  <p:sldIdLst>
    <p:sldId id="256" r:id="rId2"/>
    <p:sldId id="268" r:id="rId3"/>
    <p:sldId id="270" r:id="rId4"/>
    <p:sldId id="271" r:id="rId5"/>
    <p:sldId id="273" r:id="rId6"/>
    <p:sldId id="272" r:id="rId7"/>
    <p:sldId id="262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73FE8E-74F5-9FE8-56D7-42978B8FAB45}" v="85" dt="2026-05-13T13:46:05.221"/>
    <p1510:client id="{DF09A877-6516-EC7B-D11C-B59A410EA078}" v="247" dt="2026-05-13T13:31:43.8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217" y="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4" Type="http://schemas.openxmlformats.org/officeDocument/2006/relationships/image" Target="../media/image16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4" Type="http://schemas.openxmlformats.org/officeDocument/2006/relationships/image" Target="../media/image20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4" Type="http://schemas.openxmlformats.org/officeDocument/2006/relationships/image" Target="../media/image16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69D3792-D02C-4300-8235-67DB909F6BE9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E39681B-E6E4-4F3C-8C13-657F02476E07}">
      <dgm:prSet/>
      <dgm:spPr/>
      <dgm:t>
        <a:bodyPr/>
        <a:lstStyle/>
        <a:p>
          <a:r>
            <a:rPr lang="en-US"/>
            <a:t>Two major categories:</a:t>
          </a:r>
        </a:p>
      </dgm:t>
    </dgm:pt>
    <dgm:pt modelId="{DFC97E65-B99E-4E93-84AB-C94612421D12}" type="parTrans" cxnId="{FA559341-01BF-4A8B-99EB-2B84CC743A1B}">
      <dgm:prSet/>
      <dgm:spPr/>
      <dgm:t>
        <a:bodyPr/>
        <a:lstStyle/>
        <a:p>
          <a:endParaRPr lang="en-US"/>
        </a:p>
      </dgm:t>
    </dgm:pt>
    <dgm:pt modelId="{CACA866B-B4FB-4283-AA27-77B31BB6B71A}" type="sibTrans" cxnId="{FA559341-01BF-4A8B-99EB-2B84CC743A1B}">
      <dgm:prSet/>
      <dgm:spPr/>
      <dgm:t>
        <a:bodyPr/>
        <a:lstStyle/>
        <a:p>
          <a:endParaRPr lang="en-US"/>
        </a:p>
      </dgm:t>
    </dgm:pt>
    <dgm:pt modelId="{C05165C9-9A71-419E-9DC8-8C64E3F96975}">
      <dgm:prSet custT="1"/>
      <dgm:spPr/>
      <dgm:t>
        <a:bodyPr/>
        <a:lstStyle/>
        <a:p>
          <a:r>
            <a:rPr lang="en-US" sz="2000" b="1" dirty="0"/>
            <a:t>Prevention/Reduction</a:t>
          </a:r>
          <a:r>
            <a:rPr lang="en-US" sz="2000" dirty="0"/>
            <a:t>: try to eliminate or reduce MEV </a:t>
          </a:r>
          <a:r>
            <a:rPr lang="en-US" sz="2000" u="none" dirty="0"/>
            <a:t>opportunities</a:t>
          </a:r>
          <a:r>
            <a:rPr lang="en-US" sz="2000" dirty="0"/>
            <a:t>.</a:t>
          </a:r>
        </a:p>
      </dgm:t>
    </dgm:pt>
    <dgm:pt modelId="{3CCDFF61-0ABA-46AB-9970-211FC348C1FA}" type="parTrans" cxnId="{1B4A27A8-CAA5-4F6C-BD86-3ED1C7652C49}">
      <dgm:prSet/>
      <dgm:spPr/>
      <dgm:t>
        <a:bodyPr/>
        <a:lstStyle/>
        <a:p>
          <a:endParaRPr lang="en-US"/>
        </a:p>
      </dgm:t>
    </dgm:pt>
    <dgm:pt modelId="{E899D802-1D46-4EDB-B6E5-E5832A27E4BF}" type="sibTrans" cxnId="{1B4A27A8-CAA5-4F6C-BD86-3ED1C7652C49}">
      <dgm:prSet/>
      <dgm:spPr/>
      <dgm:t>
        <a:bodyPr/>
        <a:lstStyle/>
        <a:p>
          <a:endParaRPr lang="en-US"/>
        </a:p>
      </dgm:t>
    </dgm:pt>
    <dgm:pt modelId="{6E943DAE-56CA-4AE0-B330-547D7417C7C9}">
      <dgm:prSet custT="1"/>
      <dgm:spPr/>
      <dgm:t>
        <a:bodyPr/>
        <a:lstStyle/>
        <a:p>
          <a:r>
            <a:rPr lang="en-US" sz="2000" b="1" dirty="0"/>
            <a:t>Side-effects Reduction</a:t>
          </a:r>
          <a:r>
            <a:rPr lang="en-US" sz="2000" dirty="0"/>
            <a:t>: try to reduce the negative effects.</a:t>
          </a:r>
        </a:p>
      </dgm:t>
    </dgm:pt>
    <dgm:pt modelId="{FBA63D24-A9CC-4576-AE8A-9A786741D7BD}" type="parTrans" cxnId="{71021646-9893-458C-BFB1-87BF122A1DA3}">
      <dgm:prSet/>
      <dgm:spPr/>
      <dgm:t>
        <a:bodyPr/>
        <a:lstStyle/>
        <a:p>
          <a:endParaRPr lang="en-US"/>
        </a:p>
      </dgm:t>
    </dgm:pt>
    <dgm:pt modelId="{F9E824FE-CFD6-4FBF-BD52-B45FC87618E1}" type="sibTrans" cxnId="{71021646-9893-458C-BFB1-87BF122A1DA3}">
      <dgm:prSet/>
      <dgm:spPr/>
      <dgm:t>
        <a:bodyPr/>
        <a:lstStyle/>
        <a:p>
          <a:endParaRPr lang="en-US"/>
        </a:p>
      </dgm:t>
    </dgm:pt>
    <dgm:pt modelId="{E5A8A804-9124-457C-A172-A9ED38EBD4A4}" type="pres">
      <dgm:prSet presAssocID="{E69D3792-D02C-4300-8235-67DB909F6BE9}" presName="vert0" presStyleCnt="0">
        <dgm:presLayoutVars>
          <dgm:dir/>
          <dgm:animOne val="branch"/>
          <dgm:animLvl val="lvl"/>
        </dgm:presLayoutVars>
      </dgm:prSet>
      <dgm:spPr/>
    </dgm:pt>
    <dgm:pt modelId="{7C68A692-0D86-4283-A9A4-E11ED2F04E6D}" type="pres">
      <dgm:prSet presAssocID="{AE39681B-E6E4-4F3C-8C13-657F02476E07}" presName="thickLine" presStyleLbl="alignNode1" presStyleIdx="0" presStyleCnt="1"/>
      <dgm:spPr/>
    </dgm:pt>
    <dgm:pt modelId="{2D2C911C-B611-42B6-B0DB-5F0C8DC169CD}" type="pres">
      <dgm:prSet presAssocID="{AE39681B-E6E4-4F3C-8C13-657F02476E07}" presName="horz1" presStyleCnt="0"/>
      <dgm:spPr/>
    </dgm:pt>
    <dgm:pt modelId="{6719FE53-2E1A-48C8-89C1-5B7FDA4C0A09}" type="pres">
      <dgm:prSet presAssocID="{AE39681B-E6E4-4F3C-8C13-657F02476E07}" presName="tx1" presStyleLbl="revTx" presStyleIdx="0" presStyleCnt="3"/>
      <dgm:spPr/>
    </dgm:pt>
    <dgm:pt modelId="{88C74A2D-BCA4-4FE7-BE06-44DEA4DF7470}" type="pres">
      <dgm:prSet presAssocID="{AE39681B-E6E4-4F3C-8C13-657F02476E07}" presName="vert1" presStyleCnt="0"/>
      <dgm:spPr/>
    </dgm:pt>
    <dgm:pt modelId="{AE162B44-6724-4DE9-8883-8B75A000DEE5}" type="pres">
      <dgm:prSet presAssocID="{C05165C9-9A71-419E-9DC8-8C64E3F96975}" presName="vertSpace2a" presStyleCnt="0"/>
      <dgm:spPr/>
    </dgm:pt>
    <dgm:pt modelId="{344DFEEC-4DD1-4E09-AACF-5FB13CDE1A2E}" type="pres">
      <dgm:prSet presAssocID="{C05165C9-9A71-419E-9DC8-8C64E3F96975}" presName="horz2" presStyleCnt="0"/>
      <dgm:spPr/>
    </dgm:pt>
    <dgm:pt modelId="{16ED8D21-2FE4-451D-9EA1-EB5BE5F0E34A}" type="pres">
      <dgm:prSet presAssocID="{C05165C9-9A71-419E-9DC8-8C64E3F96975}" presName="horzSpace2" presStyleCnt="0"/>
      <dgm:spPr/>
    </dgm:pt>
    <dgm:pt modelId="{DECCFF63-42FF-49C1-B06C-B18FB6CA3497}" type="pres">
      <dgm:prSet presAssocID="{C05165C9-9A71-419E-9DC8-8C64E3F96975}" presName="tx2" presStyleLbl="revTx" presStyleIdx="1" presStyleCnt="3"/>
      <dgm:spPr/>
    </dgm:pt>
    <dgm:pt modelId="{51EFC0F8-A13F-4ED7-9A21-C24F5C568686}" type="pres">
      <dgm:prSet presAssocID="{C05165C9-9A71-419E-9DC8-8C64E3F96975}" presName="vert2" presStyleCnt="0"/>
      <dgm:spPr/>
    </dgm:pt>
    <dgm:pt modelId="{80043FBF-385E-4734-A4C7-1762DB2EB47C}" type="pres">
      <dgm:prSet presAssocID="{C05165C9-9A71-419E-9DC8-8C64E3F96975}" presName="thinLine2b" presStyleLbl="callout" presStyleIdx="0" presStyleCnt="2"/>
      <dgm:spPr/>
    </dgm:pt>
    <dgm:pt modelId="{740AF3C7-502A-40AB-BCAE-EA399C0A725F}" type="pres">
      <dgm:prSet presAssocID="{C05165C9-9A71-419E-9DC8-8C64E3F96975}" presName="vertSpace2b" presStyleCnt="0"/>
      <dgm:spPr/>
    </dgm:pt>
    <dgm:pt modelId="{74E50601-E987-4DFF-8D09-42682C925BF7}" type="pres">
      <dgm:prSet presAssocID="{6E943DAE-56CA-4AE0-B330-547D7417C7C9}" presName="horz2" presStyleCnt="0"/>
      <dgm:spPr/>
    </dgm:pt>
    <dgm:pt modelId="{87496133-C98B-4D36-817B-430BF0D89CD8}" type="pres">
      <dgm:prSet presAssocID="{6E943DAE-56CA-4AE0-B330-547D7417C7C9}" presName="horzSpace2" presStyleCnt="0"/>
      <dgm:spPr/>
    </dgm:pt>
    <dgm:pt modelId="{F84839BB-E116-4742-8B8F-5935B3BDC5C7}" type="pres">
      <dgm:prSet presAssocID="{6E943DAE-56CA-4AE0-B330-547D7417C7C9}" presName="tx2" presStyleLbl="revTx" presStyleIdx="2" presStyleCnt="3"/>
      <dgm:spPr/>
    </dgm:pt>
    <dgm:pt modelId="{A6A5742D-0356-409E-BC93-7F8904E8FA4F}" type="pres">
      <dgm:prSet presAssocID="{6E943DAE-56CA-4AE0-B330-547D7417C7C9}" presName="vert2" presStyleCnt="0"/>
      <dgm:spPr/>
    </dgm:pt>
    <dgm:pt modelId="{2844D001-979B-4A6D-AD76-9D35809F495A}" type="pres">
      <dgm:prSet presAssocID="{6E943DAE-56CA-4AE0-B330-547D7417C7C9}" presName="thinLine2b" presStyleLbl="callout" presStyleIdx="1" presStyleCnt="2"/>
      <dgm:spPr/>
    </dgm:pt>
    <dgm:pt modelId="{47BEAA88-7535-4D5A-AC45-F7E43A7E2CCF}" type="pres">
      <dgm:prSet presAssocID="{6E943DAE-56CA-4AE0-B330-547D7417C7C9}" presName="vertSpace2b" presStyleCnt="0"/>
      <dgm:spPr/>
    </dgm:pt>
  </dgm:ptLst>
  <dgm:cxnLst>
    <dgm:cxn modelId="{5D092B27-6511-4153-9DA7-C6C8D6D45369}" type="presOf" srcId="{E69D3792-D02C-4300-8235-67DB909F6BE9}" destId="{E5A8A804-9124-457C-A172-A9ED38EBD4A4}" srcOrd="0" destOrd="0" presId="urn:microsoft.com/office/officeart/2008/layout/LinedList"/>
    <dgm:cxn modelId="{FA559341-01BF-4A8B-99EB-2B84CC743A1B}" srcId="{E69D3792-D02C-4300-8235-67DB909F6BE9}" destId="{AE39681B-E6E4-4F3C-8C13-657F02476E07}" srcOrd="0" destOrd="0" parTransId="{DFC97E65-B99E-4E93-84AB-C94612421D12}" sibTransId="{CACA866B-B4FB-4283-AA27-77B31BB6B71A}"/>
    <dgm:cxn modelId="{B0A49C44-8A57-40A8-8413-5412FDA7770E}" type="presOf" srcId="{AE39681B-E6E4-4F3C-8C13-657F02476E07}" destId="{6719FE53-2E1A-48C8-89C1-5B7FDA4C0A09}" srcOrd="0" destOrd="0" presId="urn:microsoft.com/office/officeart/2008/layout/LinedList"/>
    <dgm:cxn modelId="{71021646-9893-458C-BFB1-87BF122A1DA3}" srcId="{AE39681B-E6E4-4F3C-8C13-657F02476E07}" destId="{6E943DAE-56CA-4AE0-B330-547D7417C7C9}" srcOrd="1" destOrd="0" parTransId="{FBA63D24-A9CC-4576-AE8A-9A786741D7BD}" sibTransId="{F9E824FE-CFD6-4FBF-BD52-B45FC87618E1}"/>
    <dgm:cxn modelId="{1B4A27A8-CAA5-4F6C-BD86-3ED1C7652C49}" srcId="{AE39681B-E6E4-4F3C-8C13-657F02476E07}" destId="{C05165C9-9A71-419E-9DC8-8C64E3F96975}" srcOrd="0" destOrd="0" parTransId="{3CCDFF61-0ABA-46AB-9970-211FC348C1FA}" sibTransId="{E899D802-1D46-4EDB-B6E5-E5832A27E4BF}"/>
    <dgm:cxn modelId="{E1B732C3-A640-43FE-8976-2535D12CCED9}" type="presOf" srcId="{6E943DAE-56CA-4AE0-B330-547D7417C7C9}" destId="{F84839BB-E116-4742-8B8F-5935B3BDC5C7}" srcOrd="0" destOrd="0" presId="urn:microsoft.com/office/officeart/2008/layout/LinedList"/>
    <dgm:cxn modelId="{12902CFB-2123-4FE6-9967-74018F2B4664}" type="presOf" srcId="{C05165C9-9A71-419E-9DC8-8C64E3F96975}" destId="{DECCFF63-42FF-49C1-B06C-B18FB6CA3497}" srcOrd="0" destOrd="0" presId="urn:microsoft.com/office/officeart/2008/layout/LinedList"/>
    <dgm:cxn modelId="{42E6103F-7151-4AE4-ACB5-CD1C1D00BE93}" type="presParOf" srcId="{E5A8A804-9124-457C-A172-A9ED38EBD4A4}" destId="{7C68A692-0D86-4283-A9A4-E11ED2F04E6D}" srcOrd="0" destOrd="0" presId="urn:microsoft.com/office/officeart/2008/layout/LinedList"/>
    <dgm:cxn modelId="{74C1F619-A832-4812-9E05-A2F819B39119}" type="presParOf" srcId="{E5A8A804-9124-457C-A172-A9ED38EBD4A4}" destId="{2D2C911C-B611-42B6-B0DB-5F0C8DC169CD}" srcOrd="1" destOrd="0" presId="urn:microsoft.com/office/officeart/2008/layout/LinedList"/>
    <dgm:cxn modelId="{B0FFA55D-53DC-4082-B166-A50F905839D7}" type="presParOf" srcId="{2D2C911C-B611-42B6-B0DB-5F0C8DC169CD}" destId="{6719FE53-2E1A-48C8-89C1-5B7FDA4C0A09}" srcOrd="0" destOrd="0" presId="urn:microsoft.com/office/officeart/2008/layout/LinedList"/>
    <dgm:cxn modelId="{0ABAEAA0-C811-43B9-AFBF-B9C718035871}" type="presParOf" srcId="{2D2C911C-B611-42B6-B0DB-5F0C8DC169CD}" destId="{88C74A2D-BCA4-4FE7-BE06-44DEA4DF7470}" srcOrd="1" destOrd="0" presId="urn:microsoft.com/office/officeart/2008/layout/LinedList"/>
    <dgm:cxn modelId="{87CA8DD4-DAB2-441B-9CC2-B20CEFF509AA}" type="presParOf" srcId="{88C74A2D-BCA4-4FE7-BE06-44DEA4DF7470}" destId="{AE162B44-6724-4DE9-8883-8B75A000DEE5}" srcOrd="0" destOrd="0" presId="urn:microsoft.com/office/officeart/2008/layout/LinedList"/>
    <dgm:cxn modelId="{40F607C2-0F3D-4885-8B8A-B8A62EE4FAA5}" type="presParOf" srcId="{88C74A2D-BCA4-4FE7-BE06-44DEA4DF7470}" destId="{344DFEEC-4DD1-4E09-AACF-5FB13CDE1A2E}" srcOrd="1" destOrd="0" presId="urn:microsoft.com/office/officeart/2008/layout/LinedList"/>
    <dgm:cxn modelId="{1B8840EA-5989-4715-9319-0364266E8699}" type="presParOf" srcId="{344DFEEC-4DD1-4E09-AACF-5FB13CDE1A2E}" destId="{16ED8D21-2FE4-451D-9EA1-EB5BE5F0E34A}" srcOrd="0" destOrd="0" presId="urn:microsoft.com/office/officeart/2008/layout/LinedList"/>
    <dgm:cxn modelId="{13EA963E-F600-4F12-B10D-554CF1C0F860}" type="presParOf" srcId="{344DFEEC-4DD1-4E09-AACF-5FB13CDE1A2E}" destId="{DECCFF63-42FF-49C1-B06C-B18FB6CA3497}" srcOrd="1" destOrd="0" presId="urn:microsoft.com/office/officeart/2008/layout/LinedList"/>
    <dgm:cxn modelId="{C325F4C3-517A-4A13-8A4F-1180A56DA5D2}" type="presParOf" srcId="{344DFEEC-4DD1-4E09-AACF-5FB13CDE1A2E}" destId="{51EFC0F8-A13F-4ED7-9A21-C24F5C568686}" srcOrd="2" destOrd="0" presId="urn:microsoft.com/office/officeart/2008/layout/LinedList"/>
    <dgm:cxn modelId="{9E85A35C-60F8-4666-89C8-B48F2C2810C9}" type="presParOf" srcId="{88C74A2D-BCA4-4FE7-BE06-44DEA4DF7470}" destId="{80043FBF-385E-4734-A4C7-1762DB2EB47C}" srcOrd="2" destOrd="0" presId="urn:microsoft.com/office/officeart/2008/layout/LinedList"/>
    <dgm:cxn modelId="{A1350591-CF36-461D-9676-17F0E8DFEF28}" type="presParOf" srcId="{88C74A2D-BCA4-4FE7-BE06-44DEA4DF7470}" destId="{740AF3C7-502A-40AB-BCAE-EA399C0A725F}" srcOrd="3" destOrd="0" presId="urn:microsoft.com/office/officeart/2008/layout/LinedList"/>
    <dgm:cxn modelId="{862C0B24-B1C5-4F62-9373-1259D7C601C8}" type="presParOf" srcId="{88C74A2D-BCA4-4FE7-BE06-44DEA4DF7470}" destId="{74E50601-E987-4DFF-8D09-42682C925BF7}" srcOrd="4" destOrd="0" presId="urn:microsoft.com/office/officeart/2008/layout/LinedList"/>
    <dgm:cxn modelId="{7EF37F41-64B3-4222-B4C3-54D2C307D1EA}" type="presParOf" srcId="{74E50601-E987-4DFF-8D09-42682C925BF7}" destId="{87496133-C98B-4D36-817B-430BF0D89CD8}" srcOrd="0" destOrd="0" presId="urn:microsoft.com/office/officeart/2008/layout/LinedList"/>
    <dgm:cxn modelId="{C157E185-AE97-489C-A07D-699393A50B05}" type="presParOf" srcId="{74E50601-E987-4DFF-8D09-42682C925BF7}" destId="{F84839BB-E116-4742-8B8F-5935B3BDC5C7}" srcOrd="1" destOrd="0" presId="urn:microsoft.com/office/officeart/2008/layout/LinedList"/>
    <dgm:cxn modelId="{FFD07750-5A5A-41D4-A6CC-0C8F9EEFA663}" type="presParOf" srcId="{74E50601-E987-4DFF-8D09-42682C925BF7}" destId="{A6A5742D-0356-409E-BC93-7F8904E8FA4F}" srcOrd="2" destOrd="0" presId="urn:microsoft.com/office/officeart/2008/layout/LinedList"/>
    <dgm:cxn modelId="{7B22774B-768B-424F-8FFF-38026F94207D}" type="presParOf" srcId="{88C74A2D-BCA4-4FE7-BE06-44DEA4DF7470}" destId="{2844D001-979B-4A6D-AD76-9D35809F495A}" srcOrd="5" destOrd="0" presId="urn:microsoft.com/office/officeart/2008/layout/LinedList"/>
    <dgm:cxn modelId="{4BE31974-6385-4F2F-A4EC-C0B89A5807C1}" type="presParOf" srcId="{88C74A2D-BCA4-4FE7-BE06-44DEA4DF7470}" destId="{47BEAA88-7535-4D5A-AC45-F7E43A7E2CCF}" srcOrd="6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C0F4DA5-717B-40D9-93FE-4F41F4183C41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EF2D645-BA18-4F2C-837C-C177519FBB42}">
      <dgm:prSet/>
      <dgm:spPr/>
      <dgm:t>
        <a:bodyPr/>
        <a:lstStyle/>
        <a:p>
          <a:r>
            <a:rPr lang="en-US" dirty="0"/>
            <a:t>new problems emerge: </a:t>
          </a:r>
        </a:p>
      </dgm:t>
    </dgm:pt>
    <dgm:pt modelId="{C420A9B1-6226-44A7-A882-550AD5F9401E}" type="parTrans" cxnId="{03EA316C-3E7C-4DC1-8F32-5F4D1DA5CB91}">
      <dgm:prSet/>
      <dgm:spPr/>
      <dgm:t>
        <a:bodyPr/>
        <a:lstStyle/>
        <a:p>
          <a:endParaRPr lang="en-US"/>
        </a:p>
      </dgm:t>
    </dgm:pt>
    <dgm:pt modelId="{B720DBCC-782C-4260-A5DB-1D18D844FCD9}" type="sibTrans" cxnId="{03EA316C-3E7C-4DC1-8F32-5F4D1DA5CB91}">
      <dgm:prSet/>
      <dgm:spPr/>
      <dgm:t>
        <a:bodyPr/>
        <a:lstStyle/>
        <a:p>
          <a:endParaRPr lang="en-US"/>
        </a:p>
      </dgm:t>
    </dgm:pt>
    <dgm:pt modelId="{616D07A9-E2CC-45D3-8E38-54402D28EBCC}">
      <dgm:prSet/>
      <dgm:spPr/>
      <dgm:t>
        <a:bodyPr/>
        <a:lstStyle/>
        <a:p>
          <a:pPr rtl="0"/>
          <a:r>
            <a:rPr lang="en-US"/>
            <a:t>Latency wars </a:t>
          </a:r>
          <a:endParaRPr lang="en-US">
            <a:latin typeface="Century Gothic" panose="020B0502020202020204"/>
          </a:endParaRPr>
        </a:p>
      </dgm:t>
    </dgm:pt>
    <dgm:pt modelId="{731C8071-99C2-433E-A2F8-396B06AB25BA}" type="parTrans" cxnId="{BEE32963-79F1-49F3-9FBF-5C74E6A4DF7C}">
      <dgm:prSet/>
      <dgm:spPr/>
      <dgm:t>
        <a:bodyPr/>
        <a:lstStyle/>
        <a:p>
          <a:endParaRPr lang="en-US"/>
        </a:p>
      </dgm:t>
    </dgm:pt>
    <dgm:pt modelId="{6F42922A-9F1F-40A9-A202-B45AC07C6381}" type="sibTrans" cxnId="{BEE32963-79F1-49F3-9FBF-5C74E6A4DF7C}">
      <dgm:prSet/>
      <dgm:spPr/>
      <dgm:t>
        <a:bodyPr/>
        <a:lstStyle/>
        <a:p>
          <a:endParaRPr lang="en-US"/>
        </a:p>
      </dgm:t>
    </dgm:pt>
    <dgm:pt modelId="{5F56497D-F09C-4B3F-BCB6-DFF2C23E9082}">
      <dgm:prSet phldrT="[Testo]" phldr="0"/>
      <dgm:spPr/>
      <dgm:t>
        <a:bodyPr/>
        <a:lstStyle/>
        <a:p>
          <a:r>
            <a:rPr lang="en-US" dirty="0"/>
            <a:t>Spam attacks </a:t>
          </a:r>
          <a:endParaRPr lang="it-IT" dirty="0"/>
        </a:p>
      </dgm:t>
    </dgm:pt>
    <dgm:pt modelId="{27DFE22F-D02C-4BCD-A182-10845F46D079}" type="parTrans" cxnId="{03948913-22DE-49E6-8BBE-90020916A306}">
      <dgm:prSet/>
      <dgm:spPr/>
      <dgm:t>
        <a:bodyPr/>
        <a:lstStyle/>
        <a:p>
          <a:endParaRPr lang="it-IT"/>
        </a:p>
      </dgm:t>
    </dgm:pt>
    <dgm:pt modelId="{BEE8718A-7031-4B04-8E7E-CDA0C62D7662}" type="sibTrans" cxnId="{03948913-22DE-49E6-8BBE-90020916A306}">
      <dgm:prSet/>
      <dgm:spPr/>
      <dgm:t>
        <a:bodyPr/>
        <a:lstStyle/>
        <a:p>
          <a:endParaRPr lang="it-IT"/>
        </a:p>
      </dgm:t>
    </dgm:pt>
    <dgm:pt modelId="{F8DE2D81-352B-4278-BA47-7CB4EAA13C54}" type="pres">
      <dgm:prSet presAssocID="{5C0F4DA5-717B-40D9-93FE-4F41F4183C41}" presName="linear" presStyleCnt="0">
        <dgm:presLayoutVars>
          <dgm:dir/>
          <dgm:animLvl val="lvl"/>
          <dgm:resizeHandles val="exact"/>
        </dgm:presLayoutVars>
      </dgm:prSet>
      <dgm:spPr/>
    </dgm:pt>
    <dgm:pt modelId="{2073DCD8-F851-4F00-B088-C32F4948FE67}" type="pres">
      <dgm:prSet presAssocID="{9EF2D645-BA18-4F2C-837C-C177519FBB42}" presName="parentLin" presStyleCnt="0"/>
      <dgm:spPr/>
    </dgm:pt>
    <dgm:pt modelId="{5E8C680A-90B7-4EDD-AF00-BCFEDA867B52}" type="pres">
      <dgm:prSet presAssocID="{9EF2D645-BA18-4F2C-837C-C177519FBB42}" presName="parentLeftMargin" presStyleLbl="node1" presStyleIdx="0" presStyleCnt="1"/>
      <dgm:spPr/>
    </dgm:pt>
    <dgm:pt modelId="{E8CACAA7-05F1-4F09-AF32-80FD5C79AA60}" type="pres">
      <dgm:prSet presAssocID="{9EF2D645-BA18-4F2C-837C-C177519FBB42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7D2AC8ED-2E77-44A1-9CC7-C4AB90BE1C53}" type="pres">
      <dgm:prSet presAssocID="{9EF2D645-BA18-4F2C-837C-C177519FBB42}" presName="negativeSpace" presStyleCnt="0"/>
      <dgm:spPr/>
    </dgm:pt>
    <dgm:pt modelId="{8F5DBBEB-B92E-4386-B3F2-8AD902C7C5FF}" type="pres">
      <dgm:prSet presAssocID="{9EF2D645-BA18-4F2C-837C-C177519FBB42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03948913-22DE-49E6-8BBE-90020916A306}" srcId="{9EF2D645-BA18-4F2C-837C-C177519FBB42}" destId="{5F56497D-F09C-4B3F-BCB6-DFF2C23E9082}" srcOrd="1" destOrd="0" parTransId="{27DFE22F-D02C-4BCD-A182-10845F46D079}" sibTransId="{BEE8718A-7031-4B04-8E7E-CDA0C62D7662}"/>
    <dgm:cxn modelId="{F73F2E23-5C84-4E95-9946-4919778F927D}" type="presOf" srcId="{9EF2D645-BA18-4F2C-837C-C177519FBB42}" destId="{E8CACAA7-05F1-4F09-AF32-80FD5C79AA60}" srcOrd="1" destOrd="0" presId="urn:microsoft.com/office/officeart/2005/8/layout/list1"/>
    <dgm:cxn modelId="{BEE32963-79F1-49F3-9FBF-5C74E6A4DF7C}" srcId="{9EF2D645-BA18-4F2C-837C-C177519FBB42}" destId="{616D07A9-E2CC-45D3-8E38-54402D28EBCC}" srcOrd="0" destOrd="0" parTransId="{731C8071-99C2-433E-A2F8-396B06AB25BA}" sibTransId="{6F42922A-9F1F-40A9-A202-B45AC07C6381}"/>
    <dgm:cxn modelId="{03EA316C-3E7C-4DC1-8F32-5F4D1DA5CB91}" srcId="{5C0F4DA5-717B-40D9-93FE-4F41F4183C41}" destId="{9EF2D645-BA18-4F2C-837C-C177519FBB42}" srcOrd="0" destOrd="0" parTransId="{C420A9B1-6226-44A7-A882-550AD5F9401E}" sibTransId="{B720DBCC-782C-4260-A5DB-1D18D844FCD9}"/>
    <dgm:cxn modelId="{AA22D86F-83EE-469E-8D2C-16BED46A5719}" type="presOf" srcId="{9EF2D645-BA18-4F2C-837C-C177519FBB42}" destId="{5E8C680A-90B7-4EDD-AF00-BCFEDA867B52}" srcOrd="0" destOrd="0" presId="urn:microsoft.com/office/officeart/2005/8/layout/list1"/>
    <dgm:cxn modelId="{4D708478-D655-494A-AD95-502E06B0F1CA}" type="presOf" srcId="{5C0F4DA5-717B-40D9-93FE-4F41F4183C41}" destId="{F8DE2D81-352B-4278-BA47-7CB4EAA13C54}" srcOrd="0" destOrd="0" presId="urn:microsoft.com/office/officeart/2005/8/layout/list1"/>
    <dgm:cxn modelId="{9828AC83-743E-40AF-9ECD-F0D3CE9DB7C4}" type="presOf" srcId="{616D07A9-E2CC-45D3-8E38-54402D28EBCC}" destId="{8F5DBBEB-B92E-4386-B3F2-8AD902C7C5FF}" srcOrd="0" destOrd="0" presId="urn:microsoft.com/office/officeart/2005/8/layout/list1"/>
    <dgm:cxn modelId="{70A1D391-9308-41A2-A275-D8DD825BD076}" type="presOf" srcId="{5F56497D-F09C-4B3F-BCB6-DFF2C23E9082}" destId="{8F5DBBEB-B92E-4386-B3F2-8AD902C7C5FF}" srcOrd="0" destOrd="1" presId="urn:microsoft.com/office/officeart/2005/8/layout/list1"/>
    <dgm:cxn modelId="{4A106CE0-8552-4D60-A518-9A18F9B20547}" type="presParOf" srcId="{F8DE2D81-352B-4278-BA47-7CB4EAA13C54}" destId="{2073DCD8-F851-4F00-B088-C32F4948FE67}" srcOrd="0" destOrd="0" presId="urn:microsoft.com/office/officeart/2005/8/layout/list1"/>
    <dgm:cxn modelId="{AC334C47-6351-4FD9-9BB4-FE0B92D4B4A3}" type="presParOf" srcId="{2073DCD8-F851-4F00-B088-C32F4948FE67}" destId="{5E8C680A-90B7-4EDD-AF00-BCFEDA867B52}" srcOrd="0" destOrd="0" presId="urn:microsoft.com/office/officeart/2005/8/layout/list1"/>
    <dgm:cxn modelId="{737A930E-4F9F-4DBC-810F-D2A08392FBFE}" type="presParOf" srcId="{2073DCD8-F851-4F00-B088-C32F4948FE67}" destId="{E8CACAA7-05F1-4F09-AF32-80FD5C79AA60}" srcOrd="1" destOrd="0" presId="urn:microsoft.com/office/officeart/2005/8/layout/list1"/>
    <dgm:cxn modelId="{6D50E8AF-D3A5-42F5-A813-DE5FA4DFA4E0}" type="presParOf" srcId="{F8DE2D81-352B-4278-BA47-7CB4EAA13C54}" destId="{7D2AC8ED-2E77-44A1-9CC7-C4AB90BE1C53}" srcOrd="1" destOrd="0" presId="urn:microsoft.com/office/officeart/2005/8/layout/list1"/>
    <dgm:cxn modelId="{B38548AF-3873-47D3-8111-1CEC0456920B}" type="presParOf" srcId="{F8DE2D81-352B-4278-BA47-7CB4EAA13C54}" destId="{8F5DBBEB-B92E-4386-B3F2-8AD902C7C5FF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7F3A649-8E7B-4BBC-857A-4373E784C3F8}" type="doc">
      <dgm:prSet loTypeId="urn:microsoft.com/office/officeart/2005/8/layout/list1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it-IT"/>
        </a:p>
      </dgm:t>
    </dgm:pt>
    <mc:AlternateContent xmlns:mc="http://schemas.openxmlformats.org/markup-compatibility/2006" xmlns:a14="http://schemas.microsoft.com/office/drawing/2010/main">
      <mc:Choice Requires="a14">
        <dgm:pt modelId="{8675E681-D1E7-479B-A7B7-BE5042201E9A}">
          <dgm:prSet phldrT="[Testo]" custT="1"/>
          <dgm:spPr/>
          <dgm:t>
            <a:bodyPr/>
            <a:lstStyle/>
            <a:p>
              <a14:m>
                <m:oMath xmlns:m="http://schemas.openxmlformats.org/officeDocument/2006/math">
                  <m:sSub>
                    <m:sSubPr>
                      <m:ctrlPr>
                        <a:rPr lang="it-IT" sz="2000" i="1" smtClean="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</m:e>
                    <m:sub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</m:sub>
                  </m:sSub>
                </m:oMath>
              </a14:m>
              <a:r>
                <a:rPr lang="it-IT" sz="2000" dirty="0"/>
                <a:t> = </a:t>
              </a:r>
              <a:r>
                <a:rPr lang="it-IT" sz="2000" dirty="0" err="1"/>
                <a:t>transaction</a:t>
              </a:r>
              <a:r>
                <a:rPr lang="it-IT" sz="2000" dirty="0"/>
                <a:t> </a:t>
              </a:r>
              <a:r>
                <a:rPr lang="it-IT" sz="2000" dirty="0" err="1"/>
                <a:t>arrival</a:t>
              </a:r>
              <a:r>
                <a:rPr lang="it-IT" sz="2000" dirty="0"/>
                <a:t> </a:t>
              </a:r>
              <a:r>
                <a:rPr lang="it-IT" sz="2000" dirty="0" err="1"/>
                <a:t>timestamp</a:t>
              </a:r>
              <a:endParaRPr lang="it-IT" sz="2000" dirty="0"/>
            </a:p>
          </dgm:t>
        </dgm:pt>
      </mc:Choice>
      <mc:Fallback xmlns="">
        <dgm:pt modelId="{8675E681-D1E7-479B-A7B7-BE5042201E9A}">
          <dgm:prSet phldrT="[Testo]" custT="1"/>
          <dgm:spPr/>
          <dgm:t>
            <a:bodyPr/>
            <a:lstStyle/>
            <a:p>
              <a:r>
                <a:rPr lang="it-IT" sz="2000" b="0" i="0">
                  <a:latin typeface="Cambria Math" panose="02040503050406030204" pitchFamily="18" charset="0"/>
                </a:rPr>
                <a:t>𝑡_𝑖</a:t>
              </a:r>
              <a:r>
                <a:rPr lang="it-IT" sz="2000" dirty="0"/>
                <a:t> = </a:t>
              </a:r>
              <a:r>
                <a:rPr lang="it-IT" sz="2000" dirty="0" err="1"/>
                <a:t>transaction</a:t>
              </a:r>
              <a:r>
                <a:rPr lang="it-IT" sz="2000" dirty="0"/>
                <a:t> </a:t>
              </a:r>
              <a:r>
                <a:rPr lang="it-IT" sz="2000" dirty="0" err="1"/>
                <a:t>arrival</a:t>
              </a:r>
              <a:r>
                <a:rPr lang="it-IT" sz="2000" dirty="0"/>
                <a:t> </a:t>
              </a:r>
              <a:r>
                <a:rPr lang="it-IT" sz="2000" dirty="0" err="1"/>
                <a:t>timestamp</a:t>
              </a:r>
              <a:endParaRPr lang="it-IT" sz="2000" dirty="0"/>
            </a:p>
          </dgm:t>
        </dgm:pt>
      </mc:Fallback>
    </mc:AlternateContent>
    <dgm:pt modelId="{B9F220E2-5670-41EF-B466-EDD51EB15E73}" type="parTrans" cxnId="{AB493BB4-A23E-4F01-A9BC-7AF599DD102F}">
      <dgm:prSet/>
      <dgm:spPr/>
      <dgm:t>
        <a:bodyPr/>
        <a:lstStyle/>
        <a:p>
          <a:endParaRPr lang="it-IT"/>
        </a:p>
      </dgm:t>
    </dgm:pt>
    <dgm:pt modelId="{7C298B71-53F6-4321-B9B0-4B6E29A92560}" type="sibTrans" cxnId="{AB493BB4-A23E-4F01-A9BC-7AF599DD102F}">
      <dgm:prSet/>
      <dgm:spPr/>
      <dgm:t>
        <a:bodyPr/>
        <a:lstStyle/>
        <a:p>
          <a:endParaRPr lang="it-IT"/>
        </a:p>
      </dgm:t>
    </dgm:pt>
    <mc:AlternateContent xmlns:mc="http://schemas.openxmlformats.org/markup-compatibility/2006">
      <mc:Choice xmlns:a14="http://schemas.microsoft.com/office/drawing/2010/main" Requires="a14">
        <dgm:pt modelId="{711B1EA0-32CD-4748-BA82-D76EA86F0197}">
          <dgm:prSet phldrT="[Testo]" custT="1"/>
          <dgm:spPr/>
          <dgm:t>
            <a:bodyPr/>
            <a:lstStyle/>
            <a:p>
              <a14:m>
                <m:oMath xmlns:m="http://schemas.openxmlformats.org/officeDocument/2006/math">
                  <m:sSub>
                    <m:sSubPr>
                      <m:ctrlPr>
                        <a:rPr lang="it-IT" sz="2000" i="1" smtClean="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e>
                    <m:sub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</m:sub>
                  </m:sSub>
                </m:oMath>
              </a14:m>
              <a:r>
                <a:rPr lang="en-US" sz="2000" dirty="0"/>
                <a:t> = bid (the tip paid by the user to gain priority)</a:t>
              </a:r>
              <a:endParaRPr lang="it-IT" sz="2000" dirty="0"/>
            </a:p>
          </dgm:t>
        </dgm:pt>
      </mc:Choice>
      <mc:Fallback>
        <dgm:pt modelId="{711B1EA0-32CD-4748-BA82-D76EA86F0197}">
          <dgm:prSet phldrT="[Testo]" custT="1"/>
          <dgm:spPr/>
          <dgm:t>
            <a:bodyPr/>
            <a:lstStyle/>
            <a:p>
              <a:r>
                <a:rPr lang="it-IT" sz="2000" b="0" i="0">
                  <a:latin typeface="Cambria Math" panose="02040503050406030204" pitchFamily="18" charset="0"/>
                </a:rPr>
                <a:t>𝑏_𝑖</a:t>
              </a:r>
              <a:r>
                <a:rPr lang="en-US" sz="2000" dirty="0"/>
                <a:t> = bid (the tip paid by the user to gain priority)</a:t>
              </a:r>
              <a:endParaRPr lang="it-IT" sz="2000" dirty="0"/>
            </a:p>
          </dgm:t>
        </dgm:pt>
      </mc:Fallback>
    </mc:AlternateContent>
    <dgm:pt modelId="{32598079-2AB9-498C-8A88-92F8C90D5B00}" type="parTrans" cxnId="{B8C7E222-0875-45F0-B8B2-3B6A968E9B30}">
      <dgm:prSet/>
      <dgm:spPr/>
      <dgm:t>
        <a:bodyPr/>
        <a:lstStyle/>
        <a:p>
          <a:endParaRPr lang="it-IT"/>
        </a:p>
      </dgm:t>
    </dgm:pt>
    <dgm:pt modelId="{D5786AC3-4DB9-4617-A465-F8C70F000F75}" type="sibTrans" cxnId="{B8C7E222-0875-45F0-B8B2-3B6A968E9B30}">
      <dgm:prSet/>
      <dgm:spPr/>
      <dgm:t>
        <a:bodyPr/>
        <a:lstStyle/>
        <a:p>
          <a:endParaRPr lang="it-IT"/>
        </a:p>
      </dgm:t>
    </dgm:pt>
    <mc:AlternateContent xmlns:mc="http://schemas.openxmlformats.org/markup-compatibility/2006" xmlns:a14="http://schemas.microsoft.com/office/drawing/2010/main">
      <mc:Choice Requires="a14">
        <dgm:pt modelId="{7432C0E2-896C-4250-A5AE-24A5EB3A08DA}">
          <dgm:prSet phldrT="[Testo]" custT="1"/>
          <dgm:spPr/>
          <dgm:t>
            <a:bodyPr/>
            <a:lstStyle/>
            <a:p>
              <a:r>
                <a:rPr lang="en-US" sz="2000" dirty="0"/>
                <a:t>𝜋(</a:t>
              </a:r>
              <a14:m>
                <m:oMath xmlns:m="http://schemas.openxmlformats.org/officeDocument/2006/math">
                  <m:sSub>
                    <m:sSubPr>
                      <m:ctrlPr>
                        <a:rPr lang="it-IT" sz="2000" i="1" smtClean="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e>
                    <m:sub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</m:sub>
                  </m:sSub>
                </m:oMath>
              </a14:m>
              <a:r>
                <a:rPr lang="en-US" sz="2000" dirty="0"/>
                <a:t>) = bid priority function</a:t>
              </a:r>
              <a:endParaRPr lang="it-IT" sz="2000" dirty="0"/>
            </a:p>
          </dgm:t>
        </dgm:pt>
      </mc:Choice>
      <mc:Fallback xmlns="">
        <dgm:pt modelId="{7432C0E2-896C-4250-A5AE-24A5EB3A08DA}">
          <dgm:prSet phldrT="[Testo]" custT="1"/>
          <dgm:spPr/>
          <dgm:t>
            <a:bodyPr/>
            <a:lstStyle/>
            <a:p>
              <a:r>
                <a:rPr lang="en-US" sz="2000" dirty="0"/>
                <a:t>𝜋(</a:t>
              </a:r>
              <a:r>
                <a:rPr lang="it-IT" sz="2000" b="0" i="0">
                  <a:latin typeface="Cambria Math" panose="02040503050406030204" pitchFamily="18" charset="0"/>
                </a:rPr>
                <a:t>𝑏_𝑖</a:t>
              </a:r>
              <a:r>
                <a:rPr lang="en-US" sz="2000" dirty="0"/>
                <a:t>) = bid priority function</a:t>
              </a:r>
              <a:endParaRPr lang="it-IT" sz="2000" dirty="0"/>
            </a:p>
          </dgm:t>
        </dgm:pt>
      </mc:Fallback>
    </mc:AlternateContent>
    <dgm:pt modelId="{1430545C-46A5-4182-9289-F6416A83DBE8}" type="parTrans" cxnId="{22D595AB-2EEB-47FD-B246-1F43DC1F360F}">
      <dgm:prSet/>
      <dgm:spPr/>
      <dgm:t>
        <a:bodyPr/>
        <a:lstStyle/>
        <a:p>
          <a:endParaRPr lang="it-IT"/>
        </a:p>
      </dgm:t>
    </dgm:pt>
    <dgm:pt modelId="{08643521-E0FC-4B3B-9FC5-BA089985D109}" type="sibTrans" cxnId="{22D595AB-2EEB-47FD-B246-1F43DC1F360F}">
      <dgm:prSet/>
      <dgm:spPr/>
      <dgm:t>
        <a:bodyPr/>
        <a:lstStyle/>
        <a:p>
          <a:endParaRPr lang="it-IT"/>
        </a:p>
      </dgm:t>
    </dgm:pt>
    <dgm:pt modelId="{B8796F79-E13D-4481-9F54-6AA023E1E376}" type="pres">
      <dgm:prSet presAssocID="{97F3A649-8E7B-4BBC-857A-4373E784C3F8}" presName="linear" presStyleCnt="0">
        <dgm:presLayoutVars>
          <dgm:dir/>
          <dgm:animLvl val="lvl"/>
          <dgm:resizeHandles val="exact"/>
        </dgm:presLayoutVars>
      </dgm:prSet>
      <dgm:spPr/>
    </dgm:pt>
    <dgm:pt modelId="{F35C8F24-C357-46E6-9A23-6A7B2B63B1C9}" type="pres">
      <dgm:prSet presAssocID="{8675E681-D1E7-479B-A7B7-BE5042201E9A}" presName="parentLin" presStyleCnt="0"/>
      <dgm:spPr/>
    </dgm:pt>
    <dgm:pt modelId="{929D6FB3-817D-4E96-AC74-2E13F81A5FD1}" type="pres">
      <dgm:prSet presAssocID="{8675E681-D1E7-479B-A7B7-BE5042201E9A}" presName="parentLeftMargin" presStyleLbl="node1" presStyleIdx="0" presStyleCnt="3"/>
      <dgm:spPr/>
    </dgm:pt>
    <dgm:pt modelId="{EDCDD511-BB4D-4C27-BC55-31EE8A684757}" type="pres">
      <dgm:prSet presAssocID="{8675E681-D1E7-479B-A7B7-BE5042201E9A}" presName="parentText" presStyleLbl="node1" presStyleIdx="0" presStyleCnt="3" custScaleX="132709">
        <dgm:presLayoutVars>
          <dgm:chMax val="0"/>
          <dgm:bulletEnabled val="1"/>
        </dgm:presLayoutVars>
      </dgm:prSet>
      <dgm:spPr/>
    </dgm:pt>
    <dgm:pt modelId="{6FB871DA-E25C-4506-B1F4-C506740B8A2B}" type="pres">
      <dgm:prSet presAssocID="{8675E681-D1E7-479B-A7B7-BE5042201E9A}" presName="negativeSpace" presStyleCnt="0"/>
      <dgm:spPr/>
    </dgm:pt>
    <dgm:pt modelId="{2C86D489-FB5C-4ACE-B148-B14B66CD66E0}" type="pres">
      <dgm:prSet presAssocID="{8675E681-D1E7-479B-A7B7-BE5042201E9A}" presName="childText" presStyleLbl="conFgAcc1" presStyleIdx="0" presStyleCnt="3">
        <dgm:presLayoutVars>
          <dgm:bulletEnabled val="1"/>
        </dgm:presLayoutVars>
      </dgm:prSet>
      <dgm:spPr/>
    </dgm:pt>
    <dgm:pt modelId="{B31BC34E-1521-4BAA-8D5A-09DA8B327C1D}" type="pres">
      <dgm:prSet presAssocID="{7C298B71-53F6-4321-B9B0-4B6E29A92560}" presName="spaceBetweenRectangles" presStyleCnt="0"/>
      <dgm:spPr/>
    </dgm:pt>
    <dgm:pt modelId="{F9B08688-6FFC-4768-B0B5-9956B5CA7170}" type="pres">
      <dgm:prSet presAssocID="{711B1EA0-32CD-4748-BA82-D76EA86F0197}" presName="parentLin" presStyleCnt="0"/>
      <dgm:spPr/>
    </dgm:pt>
    <dgm:pt modelId="{9A6E3040-1010-4A4F-8057-79E4FA5EC31C}" type="pres">
      <dgm:prSet presAssocID="{711B1EA0-32CD-4748-BA82-D76EA86F0197}" presName="parentLeftMargin" presStyleLbl="node1" presStyleIdx="0" presStyleCnt="3"/>
      <dgm:spPr/>
    </dgm:pt>
    <dgm:pt modelId="{EC85D1AE-17A3-4F48-8850-94822253FA8A}" type="pres">
      <dgm:prSet presAssocID="{711B1EA0-32CD-4748-BA82-D76EA86F0197}" presName="parentText" presStyleLbl="node1" presStyleIdx="1" presStyleCnt="3" custScaleX="132621">
        <dgm:presLayoutVars>
          <dgm:chMax val="0"/>
          <dgm:bulletEnabled val="1"/>
        </dgm:presLayoutVars>
      </dgm:prSet>
      <dgm:spPr/>
    </dgm:pt>
    <dgm:pt modelId="{EAF964C0-A48F-4B56-9E02-9412DB12CC9B}" type="pres">
      <dgm:prSet presAssocID="{711B1EA0-32CD-4748-BA82-D76EA86F0197}" presName="negativeSpace" presStyleCnt="0"/>
      <dgm:spPr/>
    </dgm:pt>
    <dgm:pt modelId="{DA459A87-60D8-4E44-99B8-F86E05ED13FA}" type="pres">
      <dgm:prSet presAssocID="{711B1EA0-32CD-4748-BA82-D76EA86F0197}" presName="childText" presStyleLbl="conFgAcc1" presStyleIdx="1" presStyleCnt="3">
        <dgm:presLayoutVars>
          <dgm:bulletEnabled val="1"/>
        </dgm:presLayoutVars>
      </dgm:prSet>
      <dgm:spPr/>
    </dgm:pt>
    <dgm:pt modelId="{7B5FFEA8-0CBF-4CDE-BDEC-E34C4C33101D}" type="pres">
      <dgm:prSet presAssocID="{D5786AC3-4DB9-4617-A465-F8C70F000F75}" presName="spaceBetweenRectangles" presStyleCnt="0"/>
      <dgm:spPr/>
    </dgm:pt>
    <dgm:pt modelId="{90F2DFCF-8CEA-445A-94BC-269767F2C4AA}" type="pres">
      <dgm:prSet presAssocID="{7432C0E2-896C-4250-A5AE-24A5EB3A08DA}" presName="parentLin" presStyleCnt="0"/>
      <dgm:spPr/>
    </dgm:pt>
    <dgm:pt modelId="{39847A3A-A96E-4573-9429-6A7956217BF9}" type="pres">
      <dgm:prSet presAssocID="{7432C0E2-896C-4250-A5AE-24A5EB3A08DA}" presName="parentLeftMargin" presStyleLbl="node1" presStyleIdx="1" presStyleCnt="3"/>
      <dgm:spPr/>
    </dgm:pt>
    <dgm:pt modelId="{1126B723-9861-44E2-9798-E83709545C5A}" type="pres">
      <dgm:prSet presAssocID="{7432C0E2-896C-4250-A5AE-24A5EB3A08DA}" presName="parentText" presStyleLbl="node1" presStyleIdx="2" presStyleCnt="3" custScaleX="133164">
        <dgm:presLayoutVars>
          <dgm:chMax val="0"/>
          <dgm:bulletEnabled val="1"/>
        </dgm:presLayoutVars>
      </dgm:prSet>
      <dgm:spPr/>
    </dgm:pt>
    <dgm:pt modelId="{05E890CC-CC5E-4467-8ED8-BC3E23309CF8}" type="pres">
      <dgm:prSet presAssocID="{7432C0E2-896C-4250-A5AE-24A5EB3A08DA}" presName="negativeSpace" presStyleCnt="0"/>
      <dgm:spPr/>
    </dgm:pt>
    <dgm:pt modelId="{20A9E801-3324-40B1-9C22-7B8119752ED9}" type="pres">
      <dgm:prSet presAssocID="{7432C0E2-896C-4250-A5AE-24A5EB3A08DA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B8C7E222-0875-45F0-B8B2-3B6A968E9B30}" srcId="{97F3A649-8E7B-4BBC-857A-4373E784C3F8}" destId="{711B1EA0-32CD-4748-BA82-D76EA86F0197}" srcOrd="1" destOrd="0" parTransId="{32598079-2AB9-498C-8A88-92F8C90D5B00}" sibTransId="{D5786AC3-4DB9-4617-A465-F8C70F000F75}"/>
    <dgm:cxn modelId="{9AFE5A45-2E49-4A9E-8791-BF7E7A080E30}" type="presOf" srcId="{8675E681-D1E7-479B-A7B7-BE5042201E9A}" destId="{EDCDD511-BB4D-4C27-BC55-31EE8A684757}" srcOrd="1" destOrd="0" presId="urn:microsoft.com/office/officeart/2005/8/layout/list1"/>
    <dgm:cxn modelId="{E6ECB065-6A1B-4C88-9FFA-DE39A6DECC06}" type="presOf" srcId="{711B1EA0-32CD-4748-BA82-D76EA86F0197}" destId="{9A6E3040-1010-4A4F-8057-79E4FA5EC31C}" srcOrd="0" destOrd="0" presId="urn:microsoft.com/office/officeart/2005/8/layout/list1"/>
    <dgm:cxn modelId="{A0FEB05A-D3BF-4242-B963-7B1E83D72FF7}" type="presOf" srcId="{7432C0E2-896C-4250-A5AE-24A5EB3A08DA}" destId="{39847A3A-A96E-4573-9429-6A7956217BF9}" srcOrd="0" destOrd="0" presId="urn:microsoft.com/office/officeart/2005/8/layout/list1"/>
    <dgm:cxn modelId="{0627C287-D5DA-45C3-9331-03DE6E18533F}" type="presOf" srcId="{97F3A649-8E7B-4BBC-857A-4373E784C3F8}" destId="{B8796F79-E13D-4481-9F54-6AA023E1E376}" srcOrd="0" destOrd="0" presId="urn:microsoft.com/office/officeart/2005/8/layout/list1"/>
    <dgm:cxn modelId="{22D595AB-2EEB-47FD-B246-1F43DC1F360F}" srcId="{97F3A649-8E7B-4BBC-857A-4373E784C3F8}" destId="{7432C0E2-896C-4250-A5AE-24A5EB3A08DA}" srcOrd="2" destOrd="0" parTransId="{1430545C-46A5-4182-9289-F6416A83DBE8}" sibTransId="{08643521-E0FC-4B3B-9FC5-BA089985D109}"/>
    <dgm:cxn modelId="{AB493BB4-A23E-4F01-A9BC-7AF599DD102F}" srcId="{97F3A649-8E7B-4BBC-857A-4373E784C3F8}" destId="{8675E681-D1E7-479B-A7B7-BE5042201E9A}" srcOrd="0" destOrd="0" parTransId="{B9F220E2-5670-41EF-B466-EDD51EB15E73}" sibTransId="{7C298B71-53F6-4321-B9B0-4B6E29A92560}"/>
    <dgm:cxn modelId="{DA7886BF-52EB-45F3-8BD0-6B4F1A0D227C}" type="presOf" srcId="{711B1EA0-32CD-4748-BA82-D76EA86F0197}" destId="{EC85D1AE-17A3-4F48-8850-94822253FA8A}" srcOrd="1" destOrd="0" presId="urn:microsoft.com/office/officeart/2005/8/layout/list1"/>
    <dgm:cxn modelId="{B33B6DDA-295E-4260-9F5A-3D360C897D7D}" type="presOf" srcId="{8675E681-D1E7-479B-A7B7-BE5042201E9A}" destId="{929D6FB3-817D-4E96-AC74-2E13F81A5FD1}" srcOrd="0" destOrd="0" presId="urn:microsoft.com/office/officeart/2005/8/layout/list1"/>
    <dgm:cxn modelId="{92DC6DE2-846A-43F4-BA3A-F0CE0C641161}" type="presOf" srcId="{7432C0E2-896C-4250-A5AE-24A5EB3A08DA}" destId="{1126B723-9861-44E2-9798-E83709545C5A}" srcOrd="1" destOrd="0" presId="urn:microsoft.com/office/officeart/2005/8/layout/list1"/>
    <dgm:cxn modelId="{948AC16A-0B28-47A1-8C13-E2BC19D217A7}" type="presParOf" srcId="{B8796F79-E13D-4481-9F54-6AA023E1E376}" destId="{F35C8F24-C357-46E6-9A23-6A7B2B63B1C9}" srcOrd="0" destOrd="0" presId="urn:microsoft.com/office/officeart/2005/8/layout/list1"/>
    <dgm:cxn modelId="{63917F8C-7856-49EF-97D0-0A05C6BE0233}" type="presParOf" srcId="{F35C8F24-C357-46E6-9A23-6A7B2B63B1C9}" destId="{929D6FB3-817D-4E96-AC74-2E13F81A5FD1}" srcOrd="0" destOrd="0" presId="urn:microsoft.com/office/officeart/2005/8/layout/list1"/>
    <dgm:cxn modelId="{2B6B6715-AD86-4A1C-AB43-2B9C2EED971E}" type="presParOf" srcId="{F35C8F24-C357-46E6-9A23-6A7B2B63B1C9}" destId="{EDCDD511-BB4D-4C27-BC55-31EE8A684757}" srcOrd="1" destOrd="0" presId="urn:microsoft.com/office/officeart/2005/8/layout/list1"/>
    <dgm:cxn modelId="{976F710A-D596-4CD5-9FCD-499649D95EC2}" type="presParOf" srcId="{B8796F79-E13D-4481-9F54-6AA023E1E376}" destId="{6FB871DA-E25C-4506-B1F4-C506740B8A2B}" srcOrd="1" destOrd="0" presId="urn:microsoft.com/office/officeart/2005/8/layout/list1"/>
    <dgm:cxn modelId="{76ED4EB3-BCE6-4BD9-B07A-2B9F064C5CC5}" type="presParOf" srcId="{B8796F79-E13D-4481-9F54-6AA023E1E376}" destId="{2C86D489-FB5C-4ACE-B148-B14B66CD66E0}" srcOrd="2" destOrd="0" presId="urn:microsoft.com/office/officeart/2005/8/layout/list1"/>
    <dgm:cxn modelId="{CA597DA7-91EE-4C55-935F-D87B9608A432}" type="presParOf" srcId="{B8796F79-E13D-4481-9F54-6AA023E1E376}" destId="{B31BC34E-1521-4BAA-8D5A-09DA8B327C1D}" srcOrd="3" destOrd="0" presId="urn:microsoft.com/office/officeart/2005/8/layout/list1"/>
    <dgm:cxn modelId="{B64495EB-EA0C-49BD-9187-2596DB00A799}" type="presParOf" srcId="{B8796F79-E13D-4481-9F54-6AA023E1E376}" destId="{F9B08688-6FFC-4768-B0B5-9956B5CA7170}" srcOrd="4" destOrd="0" presId="urn:microsoft.com/office/officeart/2005/8/layout/list1"/>
    <dgm:cxn modelId="{B4DC0B26-ED9C-4FC3-8C10-32E8DEF66EAF}" type="presParOf" srcId="{F9B08688-6FFC-4768-B0B5-9956B5CA7170}" destId="{9A6E3040-1010-4A4F-8057-79E4FA5EC31C}" srcOrd="0" destOrd="0" presId="urn:microsoft.com/office/officeart/2005/8/layout/list1"/>
    <dgm:cxn modelId="{CA57BBE5-3A01-48FA-ABF0-752B1DED82AF}" type="presParOf" srcId="{F9B08688-6FFC-4768-B0B5-9956B5CA7170}" destId="{EC85D1AE-17A3-4F48-8850-94822253FA8A}" srcOrd="1" destOrd="0" presId="urn:microsoft.com/office/officeart/2005/8/layout/list1"/>
    <dgm:cxn modelId="{07A0D4FC-CAF5-47F3-996F-C11E6D2679C3}" type="presParOf" srcId="{B8796F79-E13D-4481-9F54-6AA023E1E376}" destId="{EAF964C0-A48F-4B56-9E02-9412DB12CC9B}" srcOrd="5" destOrd="0" presId="urn:microsoft.com/office/officeart/2005/8/layout/list1"/>
    <dgm:cxn modelId="{23782299-6D74-444D-A945-9C60B66D491A}" type="presParOf" srcId="{B8796F79-E13D-4481-9F54-6AA023E1E376}" destId="{DA459A87-60D8-4E44-99B8-F86E05ED13FA}" srcOrd="6" destOrd="0" presId="urn:microsoft.com/office/officeart/2005/8/layout/list1"/>
    <dgm:cxn modelId="{153CD5B3-295E-4645-80C8-C730552D9ABC}" type="presParOf" srcId="{B8796F79-E13D-4481-9F54-6AA023E1E376}" destId="{7B5FFEA8-0CBF-4CDE-BDEC-E34C4C33101D}" srcOrd="7" destOrd="0" presId="urn:microsoft.com/office/officeart/2005/8/layout/list1"/>
    <dgm:cxn modelId="{432D1750-EF5A-4418-AD9D-B966A6DB3C4E}" type="presParOf" srcId="{B8796F79-E13D-4481-9F54-6AA023E1E376}" destId="{90F2DFCF-8CEA-445A-94BC-269767F2C4AA}" srcOrd="8" destOrd="0" presId="urn:microsoft.com/office/officeart/2005/8/layout/list1"/>
    <dgm:cxn modelId="{3519B432-8AF2-41F3-B337-FF12F1F6C5A9}" type="presParOf" srcId="{90F2DFCF-8CEA-445A-94BC-269767F2C4AA}" destId="{39847A3A-A96E-4573-9429-6A7956217BF9}" srcOrd="0" destOrd="0" presId="urn:microsoft.com/office/officeart/2005/8/layout/list1"/>
    <dgm:cxn modelId="{A597288B-C8DA-48FF-A9D7-50FBA6377086}" type="presParOf" srcId="{90F2DFCF-8CEA-445A-94BC-269767F2C4AA}" destId="{1126B723-9861-44E2-9798-E83709545C5A}" srcOrd="1" destOrd="0" presId="urn:microsoft.com/office/officeart/2005/8/layout/list1"/>
    <dgm:cxn modelId="{5F8712D0-BAA6-47E9-9FF9-DCF02D529CF9}" type="presParOf" srcId="{B8796F79-E13D-4481-9F54-6AA023E1E376}" destId="{05E890CC-CC5E-4467-8ED8-BC3E23309CF8}" srcOrd="9" destOrd="0" presId="urn:microsoft.com/office/officeart/2005/8/layout/list1"/>
    <dgm:cxn modelId="{0C2253A6-EDD1-4A1C-8609-621B0392D912}" type="presParOf" srcId="{B8796F79-E13D-4481-9F54-6AA023E1E376}" destId="{20A9E801-3324-40B1-9C22-7B8119752ED9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7F3A649-8E7B-4BBC-857A-4373E784C3F8}" type="doc">
      <dgm:prSet loTypeId="urn:microsoft.com/office/officeart/2005/8/layout/list1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it-IT"/>
        </a:p>
      </dgm:t>
    </dgm:pt>
    <dgm:pt modelId="{8675E681-D1E7-479B-A7B7-BE5042201E9A}">
      <dgm:prSet phldrT="[Testo]" custT="1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it-IT">
              <a:noFill/>
            </a:rPr>
            <a:t> </a:t>
          </a:r>
        </a:p>
      </dgm:t>
    </dgm:pt>
    <dgm:pt modelId="{B9F220E2-5670-41EF-B466-EDD51EB15E73}" type="parTrans" cxnId="{AB493BB4-A23E-4F01-A9BC-7AF599DD102F}">
      <dgm:prSet/>
      <dgm:spPr/>
      <dgm:t>
        <a:bodyPr/>
        <a:lstStyle/>
        <a:p>
          <a:endParaRPr lang="it-IT"/>
        </a:p>
      </dgm:t>
    </dgm:pt>
    <dgm:pt modelId="{7C298B71-53F6-4321-B9B0-4B6E29A92560}" type="sibTrans" cxnId="{AB493BB4-A23E-4F01-A9BC-7AF599DD102F}">
      <dgm:prSet/>
      <dgm:spPr/>
      <dgm:t>
        <a:bodyPr/>
        <a:lstStyle/>
        <a:p>
          <a:endParaRPr lang="it-IT"/>
        </a:p>
      </dgm:t>
    </dgm:pt>
    <dgm:pt modelId="{711B1EA0-32CD-4748-BA82-D76EA86F0197}">
      <dgm:prSet phldrT="[Testo]" custT="1"/>
      <dgm:spPr>
        <a:blipFill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r>
            <a:rPr lang="it-IT">
              <a:noFill/>
            </a:rPr>
            <a:t> </a:t>
          </a:r>
        </a:p>
      </dgm:t>
    </dgm:pt>
    <dgm:pt modelId="{32598079-2AB9-498C-8A88-92F8C90D5B00}" type="parTrans" cxnId="{B8C7E222-0875-45F0-B8B2-3B6A968E9B30}">
      <dgm:prSet/>
      <dgm:spPr/>
      <dgm:t>
        <a:bodyPr/>
        <a:lstStyle/>
        <a:p>
          <a:endParaRPr lang="it-IT"/>
        </a:p>
      </dgm:t>
    </dgm:pt>
    <dgm:pt modelId="{D5786AC3-4DB9-4617-A465-F8C70F000F75}" type="sibTrans" cxnId="{B8C7E222-0875-45F0-B8B2-3B6A968E9B30}">
      <dgm:prSet/>
      <dgm:spPr/>
      <dgm:t>
        <a:bodyPr/>
        <a:lstStyle/>
        <a:p>
          <a:endParaRPr lang="it-IT"/>
        </a:p>
      </dgm:t>
    </dgm:pt>
    <dgm:pt modelId="{7432C0E2-896C-4250-A5AE-24A5EB3A08DA}">
      <dgm:prSet phldrT="[Testo]" custT="1"/>
      <dgm:spPr>
        <a:blipFill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r>
            <a:rPr lang="it-IT">
              <a:noFill/>
            </a:rPr>
            <a:t> </a:t>
          </a:r>
        </a:p>
      </dgm:t>
    </dgm:pt>
    <dgm:pt modelId="{1430545C-46A5-4182-9289-F6416A83DBE8}" type="parTrans" cxnId="{22D595AB-2EEB-47FD-B246-1F43DC1F360F}">
      <dgm:prSet/>
      <dgm:spPr/>
      <dgm:t>
        <a:bodyPr/>
        <a:lstStyle/>
        <a:p>
          <a:endParaRPr lang="it-IT"/>
        </a:p>
      </dgm:t>
    </dgm:pt>
    <dgm:pt modelId="{08643521-E0FC-4B3B-9FC5-BA089985D109}" type="sibTrans" cxnId="{22D595AB-2EEB-47FD-B246-1F43DC1F360F}">
      <dgm:prSet/>
      <dgm:spPr/>
      <dgm:t>
        <a:bodyPr/>
        <a:lstStyle/>
        <a:p>
          <a:endParaRPr lang="it-IT"/>
        </a:p>
      </dgm:t>
    </dgm:pt>
    <dgm:pt modelId="{B8796F79-E13D-4481-9F54-6AA023E1E376}" type="pres">
      <dgm:prSet presAssocID="{97F3A649-8E7B-4BBC-857A-4373E784C3F8}" presName="linear" presStyleCnt="0">
        <dgm:presLayoutVars>
          <dgm:dir/>
          <dgm:animLvl val="lvl"/>
          <dgm:resizeHandles val="exact"/>
        </dgm:presLayoutVars>
      </dgm:prSet>
      <dgm:spPr/>
    </dgm:pt>
    <dgm:pt modelId="{F35C8F24-C357-46E6-9A23-6A7B2B63B1C9}" type="pres">
      <dgm:prSet presAssocID="{8675E681-D1E7-479B-A7B7-BE5042201E9A}" presName="parentLin" presStyleCnt="0"/>
      <dgm:spPr/>
    </dgm:pt>
    <dgm:pt modelId="{929D6FB3-817D-4E96-AC74-2E13F81A5FD1}" type="pres">
      <dgm:prSet presAssocID="{8675E681-D1E7-479B-A7B7-BE5042201E9A}" presName="parentLeftMargin" presStyleLbl="node1" presStyleIdx="0" presStyleCnt="3"/>
      <dgm:spPr/>
    </dgm:pt>
    <dgm:pt modelId="{EDCDD511-BB4D-4C27-BC55-31EE8A684757}" type="pres">
      <dgm:prSet presAssocID="{8675E681-D1E7-479B-A7B7-BE5042201E9A}" presName="parentText" presStyleLbl="node1" presStyleIdx="0" presStyleCnt="3" custScaleX="132709">
        <dgm:presLayoutVars>
          <dgm:chMax val="0"/>
          <dgm:bulletEnabled val="1"/>
        </dgm:presLayoutVars>
      </dgm:prSet>
      <dgm:spPr/>
    </dgm:pt>
    <dgm:pt modelId="{6FB871DA-E25C-4506-B1F4-C506740B8A2B}" type="pres">
      <dgm:prSet presAssocID="{8675E681-D1E7-479B-A7B7-BE5042201E9A}" presName="negativeSpace" presStyleCnt="0"/>
      <dgm:spPr/>
    </dgm:pt>
    <dgm:pt modelId="{2C86D489-FB5C-4ACE-B148-B14B66CD66E0}" type="pres">
      <dgm:prSet presAssocID="{8675E681-D1E7-479B-A7B7-BE5042201E9A}" presName="childText" presStyleLbl="conFgAcc1" presStyleIdx="0" presStyleCnt="3">
        <dgm:presLayoutVars>
          <dgm:bulletEnabled val="1"/>
        </dgm:presLayoutVars>
      </dgm:prSet>
      <dgm:spPr/>
    </dgm:pt>
    <dgm:pt modelId="{B31BC34E-1521-4BAA-8D5A-09DA8B327C1D}" type="pres">
      <dgm:prSet presAssocID="{7C298B71-53F6-4321-B9B0-4B6E29A92560}" presName="spaceBetweenRectangles" presStyleCnt="0"/>
      <dgm:spPr/>
    </dgm:pt>
    <dgm:pt modelId="{F9B08688-6FFC-4768-B0B5-9956B5CA7170}" type="pres">
      <dgm:prSet presAssocID="{711B1EA0-32CD-4748-BA82-D76EA86F0197}" presName="parentLin" presStyleCnt="0"/>
      <dgm:spPr/>
    </dgm:pt>
    <dgm:pt modelId="{9A6E3040-1010-4A4F-8057-79E4FA5EC31C}" type="pres">
      <dgm:prSet presAssocID="{711B1EA0-32CD-4748-BA82-D76EA86F0197}" presName="parentLeftMargin" presStyleLbl="node1" presStyleIdx="0" presStyleCnt="3"/>
      <dgm:spPr/>
    </dgm:pt>
    <dgm:pt modelId="{EC85D1AE-17A3-4F48-8850-94822253FA8A}" type="pres">
      <dgm:prSet presAssocID="{711B1EA0-32CD-4748-BA82-D76EA86F0197}" presName="parentText" presStyleLbl="node1" presStyleIdx="1" presStyleCnt="3" custScaleX="132621">
        <dgm:presLayoutVars>
          <dgm:chMax val="0"/>
          <dgm:bulletEnabled val="1"/>
        </dgm:presLayoutVars>
      </dgm:prSet>
      <dgm:spPr/>
    </dgm:pt>
    <dgm:pt modelId="{EAF964C0-A48F-4B56-9E02-9412DB12CC9B}" type="pres">
      <dgm:prSet presAssocID="{711B1EA0-32CD-4748-BA82-D76EA86F0197}" presName="negativeSpace" presStyleCnt="0"/>
      <dgm:spPr/>
    </dgm:pt>
    <dgm:pt modelId="{DA459A87-60D8-4E44-99B8-F86E05ED13FA}" type="pres">
      <dgm:prSet presAssocID="{711B1EA0-32CD-4748-BA82-D76EA86F0197}" presName="childText" presStyleLbl="conFgAcc1" presStyleIdx="1" presStyleCnt="3">
        <dgm:presLayoutVars>
          <dgm:bulletEnabled val="1"/>
        </dgm:presLayoutVars>
      </dgm:prSet>
      <dgm:spPr/>
    </dgm:pt>
    <dgm:pt modelId="{7B5FFEA8-0CBF-4CDE-BDEC-E34C4C33101D}" type="pres">
      <dgm:prSet presAssocID="{D5786AC3-4DB9-4617-A465-F8C70F000F75}" presName="spaceBetweenRectangles" presStyleCnt="0"/>
      <dgm:spPr/>
    </dgm:pt>
    <dgm:pt modelId="{90F2DFCF-8CEA-445A-94BC-269767F2C4AA}" type="pres">
      <dgm:prSet presAssocID="{7432C0E2-896C-4250-A5AE-24A5EB3A08DA}" presName="parentLin" presStyleCnt="0"/>
      <dgm:spPr/>
    </dgm:pt>
    <dgm:pt modelId="{39847A3A-A96E-4573-9429-6A7956217BF9}" type="pres">
      <dgm:prSet presAssocID="{7432C0E2-896C-4250-A5AE-24A5EB3A08DA}" presName="parentLeftMargin" presStyleLbl="node1" presStyleIdx="1" presStyleCnt="3"/>
      <dgm:spPr/>
    </dgm:pt>
    <dgm:pt modelId="{1126B723-9861-44E2-9798-E83709545C5A}" type="pres">
      <dgm:prSet presAssocID="{7432C0E2-896C-4250-A5AE-24A5EB3A08DA}" presName="parentText" presStyleLbl="node1" presStyleIdx="2" presStyleCnt="3" custScaleX="133164">
        <dgm:presLayoutVars>
          <dgm:chMax val="0"/>
          <dgm:bulletEnabled val="1"/>
        </dgm:presLayoutVars>
      </dgm:prSet>
      <dgm:spPr/>
    </dgm:pt>
    <dgm:pt modelId="{05E890CC-CC5E-4467-8ED8-BC3E23309CF8}" type="pres">
      <dgm:prSet presAssocID="{7432C0E2-896C-4250-A5AE-24A5EB3A08DA}" presName="negativeSpace" presStyleCnt="0"/>
      <dgm:spPr/>
    </dgm:pt>
    <dgm:pt modelId="{20A9E801-3324-40B1-9C22-7B8119752ED9}" type="pres">
      <dgm:prSet presAssocID="{7432C0E2-896C-4250-A5AE-24A5EB3A08DA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B8C7E222-0875-45F0-B8B2-3B6A968E9B30}" srcId="{97F3A649-8E7B-4BBC-857A-4373E784C3F8}" destId="{711B1EA0-32CD-4748-BA82-D76EA86F0197}" srcOrd="1" destOrd="0" parTransId="{32598079-2AB9-498C-8A88-92F8C90D5B00}" sibTransId="{D5786AC3-4DB9-4617-A465-F8C70F000F75}"/>
    <dgm:cxn modelId="{9AFE5A45-2E49-4A9E-8791-BF7E7A080E30}" type="presOf" srcId="{8675E681-D1E7-479B-A7B7-BE5042201E9A}" destId="{EDCDD511-BB4D-4C27-BC55-31EE8A684757}" srcOrd="1" destOrd="0" presId="urn:microsoft.com/office/officeart/2005/8/layout/list1"/>
    <dgm:cxn modelId="{E6ECB065-6A1B-4C88-9FFA-DE39A6DECC06}" type="presOf" srcId="{711B1EA0-32CD-4748-BA82-D76EA86F0197}" destId="{9A6E3040-1010-4A4F-8057-79E4FA5EC31C}" srcOrd="0" destOrd="0" presId="urn:microsoft.com/office/officeart/2005/8/layout/list1"/>
    <dgm:cxn modelId="{A0FEB05A-D3BF-4242-B963-7B1E83D72FF7}" type="presOf" srcId="{7432C0E2-896C-4250-A5AE-24A5EB3A08DA}" destId="{39847A3A-A96E-4573-9429-6A7956217BF9}" srcOrd="0" destOrd="0" presId="urn:microsoft.com/office/officeart/2005/8/layout/list1"/>
    <dgm:cxn modelId="{0627C287-D5DA-45C3-9331-03DE6E18533F}" type="presOf" srcId="{97F3A649-8E7B-4BBC-857A-4373E784C3F8}" destId="{B8796F79-E13D-4481-9F54-6AA023E1E376}" srcOrd="0" destOrd="0" presId="urn:microsoft.com/office/officeart/2005/8/layout/list1"/>
    <dgm:cxn modelId="{22D595AB-2EEB-47FD-B246-1F43DC1F360F}" srcId="{97F3A649-8E7B-4BBC-857A-4373E784C3F8}" destId="{7432C0E2-896C-4250-A5AE-24A5EB3A08DA}" srcOrd="2" destOrd="0" parTransId="{1430545C-46A5-4182-9289-F6416A83DBE8}" sibTransId="{08643521-E0FC-4B3B-9FC5-BA089985D109}"/>
    <dgm:cxn modelId="{AB493BB4-A23E-4F01-A9BC-7AF599DD102F}" srcId="{97F3A649-8E7B-4BBC-857A-4373E784C3F8}" destId="{8675E681-D1E7-479B-A7B7-BE5042201E9A}" srcOrd="0" destOrd="0" parTransId="{B9F220E2-5670-41EF-B466-EDD51EB15E73}" sibTransId="{7C298B71-53F6-4321-B9B0-4B6E29A92560}"/>
    <dgm:cxn modelId="{DA7886BF-52EB-45F3-8BD0-6B4F1A0D227C}" type="presOf" srcId="{711B1EA0-32CD-4748-BA82-D76EA86F0197}" destId="{EC85D1AE-17A3-4F48-8850-94822253FA8A}" srcOrd="1" destOrd="0" presId="urn:microsoft.com/office/officeart/2005/8/layout/list1"/>
    <dgm:cxn modelId="{B33B6DDA-295E-4260-9F5A-3D360C897D7D}" type="presOf" srcId="{8675E681-D1E7-479B-A7B7-BE5042201E9A}" destId="{929D6FB3-817D-4E96-AC74-2E13F81A5FD1}" srcOrd="0" destOrd="0" presId="urn:microsoft.com/office/officeart/2005/8/layout/list1"/>
    <dgm:cxn modelId="{92DC6DE2-846A-43F4-BA3A-F0CE0C641161}" type="presOf" srcId="{7432C0E2-896C-4250-A5AE-24A5EB3A08DA}" destId="{1126B723-9861-44E2-9798-E83709545C5A}" srcOrd="1" destOrd="0" presId="urn:microsoft.com/office/officeart/2005/8/layout/list1"/>
    <dgm:cxn modelId="{948AC16A-0B28-47A1-8C13-E2BC19D217A7}" type="presParOf" srcId="{B8796F79-E13D-4481-9F54-6AA023E1E376}" destId="{F35C8F24-C357-46E6-9A23-6A7B2B63B1C9}" srcOrd="0" destOrd="0" presId="urn:microsoft.com/office/officeart/2005/8/layout/list1"/>
    <dgm:cxn modelId="{63917F8C-7856-49EF-97D0-0A05C6BE0233}" type="presParOf" srcId="{F35C8F24-C357-46E6-9A23-6A7B2B63B1C9}" destId="{929D6FB3-817D-4E96-AC74-2E13F81A5FD1}" srcOrd="0" destOrd="0" presId="urn:microsoft.com/office/officeart/2005/8/layout/list1"/>
    <dgm:cxn modelId="{2B6B6715-AD86-4A1C-AB43-2B9C2EED971E}" type="presParOf" srcId="{F35C8F24-C357-46E6-9A23-6A7B2B63B1C9}" destId="{EDCDD511-BB4D-4C27-BC55-31EE8A684757}" srcOrd="1" destOrd="0" presId="urn:microsoft.com/office/officeart/2005/8/layout/list1"/>
    <dgm:cxn modelId="{976F710A-D596-4CD5-9FCD-499649D95EC2}" type="presParOf" srcId="{B8796F79-E13D-4481-9F54-6AA023E1E376}" destId="{6FB871DA-E25C-4506-B1F4-C506740B8A2B}" srcOrd="1" destOrd="0" presId="urn:microsoft.com/office/officeart/2005/8/layout/list1"/>
    <dgm:cxn modelId="{76ED4EB3-BCE6-4BD9-B07A-2B9F064C5CC5}" type="presParOf" srcId="{B8796F79-E13D-4481-9F54-6AA023E1E376}" destId="{2C86D489-FB5C-4ACE-B148-B14B66CD66E0}" srcOrd="2" destOrd="0" presId="urn:microsoft.com/office/officeart/2005/8/layout/list1"/>
    <dgm:cxn modelId="{CA597DA7-91EE-4C55-935F-D87B9608A432}" type="presParOf" srcId="{B8796F79-E13D-4481-9F54-6AA023E1E376}" destId="{B31BC34E-1521-4BAA-8D5A-09DA8B327C1D}" srcOrd="3" destOrd="0" presId="urn:microsoft.com/office/officeart/2005/8/layout/list1"/>
    <dgm:cxn modelId="{B64495EB-EA0C-49BD-9187-2596DB00A799}" type="presParOf" srcId="{B8796F79-E13D-4481-9F54-6AA023E1E376}" destId="{F9B08688-6FFC-4768-B0B5-9956B5CA7170}" srcOrd="4" destOrd="0" presId="urn:microsoft.com/office/officeart/2005/8/layout/list1"/>
    <dgm:cxn modelId="{B4DC0B26-ED9C-4FC3-8C10-32E8DEF66EAF}" type="presParOf" srcId="{F9B08688-6FFC-4768-B0B5-9956B5CA7170}" destId="{9A6E3040-1010-4A4F-8057-79E4FA5EC31C}" srcOrd="0" destOrd="0" presId="urn:microsoft.com/office/officeart/2005/8/layout/list1"/>
    <dgm:cxn modelId="{CA57BBE5-3A01-48FA-ABF0-752B1DED82AF}" type="presParOf" srcId="{F9B08688-6FFC-4768-B0B5-9956B5CA7170}" destId="{EC85D1AE-17A3-4F48-8850-94822253FA8A}" srcOrd="1" destOrd="0" presId="urn:microsoft.com/office/officeart/2005/8/layout/list1"/>
    <dgm:cxn modelId="{07A0D4FC-CAF5-47F3-996F-C11E6D2679C3}" type="presParOf" srcId="{B8796F79-E13D-4481-9F54-6AA023E1E376}" destId="{EAF964C0-A48F-4B56-9E02-9412DB12CC9B}" srcOrd="5" destOrd="0" presId="urn:microsoft.com/office/officeart/2005/8/layout/list1"/>
    <dgm:cxn modelId="{23782299-6D74-444D-A945-9C60B66D491A}" type="presParOf" srcId="{B8796F79-E13D-4481-9F54-6AA023E1E376}" destId="{DA459A87-60D8-4E44-99B8-F86E05ED13FA}" srcOrd="6" destOrd="0" presId="urn:microsoft.com/office/officeart/2005/8/layout/list1"/>
    <dgm:cxn modelId="{153CD5B3-295E-4645-80C8-C730552D9ABC}" type="presParOf" srcId="{B8796F79-E13D-4481-9F54-6AA023E1E376}" destId="{7B5FFEA8-0CBF-4CDE-BDEC-E34C4C33101D}" srcOrd="7" destOrd="0" presId="urn:microsoft.com/office/officeart/2005/8/layout/list1"/>
    <dgm:cxn modelId="{432D1750-EF5A-4418-AD9D-B966A6DB3C4E}" type="presParOf" srcId="{B8796F79-E13D-4481-9F54-6AA023E1E376}" destId="{90F2DFCF-8CEA-445A-94BC-269767F2C4AA}" srcOrd="8" destOrd="0" presId="urn:microsoft.com/office/officeart/2005/8/layout/list1"/>
    <dgm:cxn modelId="{3519B432-8AF2-41F3-B337-FF12F1F6C5A9}" type="presParOf" srcId="{90F2DFCF-8CEA-445A-94BC-269767F2C4AA}" destId="{39847A3A-A96E-4573-9429-6A7956217BF9}" srcOrd="0" destOrd="0" presId="urn:microsoft.com/office/officeart/2005/8/layout/list1"/>
    <dgm:cxn modelId="{A597288B-C8DA-48FF-A9D7-50FBA6377086}" type="presParOf" srcId="{90F2DFCF-8CEA-445A-94BC-269767F2C4AA}" destId="{1126B723-9861-44E2-9798-E83709545C5A}" srcOrd="1" destOrd="0" presId="urn:microsoft.com/office/officeart/2005/8/layout/list1"/>
    <dgm:cxn modelId="{5F8712D0-BAA6-47E9-9FF9-DCF02D529CF9}" type="presParOf" srcId="{B8796F79-E13D-4481-9F54-6AA023E1E376}" destId="{05E890CC-CC5E-4467-8ED8-BC3E23309CF8}" srcOrd="9" destOrd="0" presId="urn:microsoft.com/office/officeart/2005/8/layout/list1"/>
    <dgm:cxn modelId="{0C2253A6-EDD1-4A1C-8609-621B0392D912}" type="presParOf" srcId="{B8796F79-E13D-4481-9F54-6AA023E1E376}" destId="{20A9E801-3324-40B1-9C22-7B8119752ED9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69D3792-D02C-4300-8235-67DB909F6BE9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289DE7AF-FBED-41BD-B1A0-45C1854170D4}">
      <dgm:prSet phldrT="[Testo]" phldr="0" custT="1"/>
      <dgm:spPr/>
      <dgm:t>
        <a:bodyPr/>
        <a:lstStyle/>
        <a:p>
          <a:r>
            <a:rPr lang="en-US" sz="24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/>
              <a:ea typeface="+mn-ea"/>
              <a:cs typeface="+mn-cs"/>
            </a:rPr>
            <a:t>Several nodes collaborate to decide transaction ordering instead of relying on a single operator. </a:t>
          </a:r>
          <a:endParaRPr lang="en-GB" sz="2400" kern="1200" noProof="1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entury Gothic" panose="020B0502020202020204"/>
            <a:ea typeface="+mn-ea"/>
            <a:cs typeface="+mn-cs"/>
          </a:endParaRPr>
        </a:p>
      </dgm:t>
    </dgm:pt>
    <dgm:pt modelId="{CF0092C5-741E-4F78-8CE1-893EA77A4460}" type="parTrans" cxnId="{DB3CCAF7-ABAC-4FEA-B4E3-FC7ADF875398}">
      <dgm:prSet/>
      <dgm:spPr/>
      <dgm:t>
        <a:bodyPr/>
        <a:lstStyle/>
        <a:p>
          <a:endParaRPr lang="it-IT"/>
        </a:p>
      </dgm:t>
    </dgm:pt>
    <dgm:pt modelId="{CA25B09A-0357-46B2-9BE5-3559EC73F275}" type="sibTrans" cxnId="{DB3CCAF7-ABAC-4FEA-B4E3-FC7ADF875398}">
      <dgm:prSet/>
      <dgm:spPr/>
      <dgm:t>
        <a:bodyPr/>
        <a:lstStyle/>
        <a:p>
          <a:endParaRPr lang="it-IT"/>
        </a:p>
      </dgm:t>
    </dgm:pt>
    <dgm:pt modelId="{59BFAF94-5105-4C3C-B903-1C65A4037263}">
      <dgm:prSet phldrT="[Testo]" phldr="0" custT="1"/>
      <dgm:spPr/>
      <dgm:t>
        <a:bodyPr/>
        <a:lstStyle/>
        <a:p>
          <a:r>
            <a:rPr lang="en-GB" sz="2400" kern="1200" noProof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/>
              <a:ea typeface="+mn-ea"/>
              <a:cs typeface="+mn-cs"/>
            </a:rPr>
            <a:t>Themis and Wendy: temporary leaders or synchronized timestamp across nodes</a:t>
          </a:r>
        </a:p>
      </dgm:t>
    </dgm:pt>
    <dgm:pt modelId="{BB1F17F3-DB5B-4DA6-AFDE-5BC422B78BEF}" type="parTrans" cxnId="{B4C2A61E-4D6B-4B6F-91B8-685C7A8BC877}">
      <dgm:prSet/>
      <dgm:spPr/>
      <dgm:t>
        <a:bodyPr/>
        <a:lstStyle/>
        <a:p>
          <a:endParaRPr lang="it-IT"/>
        </a:p>
      </dgm:t>
    </dgm:pt>
    <dgm:pt modelId="{B47ED674-477C-451D-A063-8C811D4455E6}" type="sibTrans" cxnId="{B4C2A61E-4D6B-4B6F-91B8-685C7A8BC877}">
      <dgm:prSet/>
      <dgm:spPr/>
      <dgm:t>
        <a:bodyPr/>
        <a:lstStyle/>
        <a:p>
          <a:endParaRPr lang="it-IT"/>
        </a:p>
      </dgm:t>
    </dgm:pt>
    <dgm:pt modelId="{2394B2E9-00E8-4656-8505-BA5DC76EBF4B}">
      <dgm:prSet phldrT="[Testo]" phldr="0" custT="1"/>
      <dgm:spPr/>
      <dgm:t>
        <a:bodyPr/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noProof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/>
              <a:ea typeface="+mn-ea"/>
              <a:cs typeface="+mn-cs"/>
            </a:rPr>
            <a:t>Require significant coordination and increase complexity and network overhead.</a:t>
          </a:r>
        </a:p>
      </dgm:t>
    </dgm:pt>
    <dgm:pt modelId="{4F7161A5-8329-4579-9A68-9247C2A3DD0E}" type="parTrans" cxnId="{71E0E84F-E1BD-4A29-9819-F05FAB080F11}">
      <dgm:prSet/>
      <dgm:spPr/>
      <dgm:t>
        <a:bodyPr/>
        <a:lstStyle/>
        <a:p>
          <a:endParaRPr lang="it-IT"/>
        </a:p>
      </dgm:t>
    </dgm:pt>
    <dgm:pt modelId="{4ADF4416-D86F-4C59-A771-FF8D2258E569}" type="sibTrans" cxnId="{71E0E84F-E1BD-4A29-9819-F05FAB080F11}">
      <dgm:prSet/>
      <dgm:spPr/>
      <dgm:t>
        <a:bodyPr/>
        <a:lstStyle/>
        <a:p>
          <a:endParaRPr lang="it-IT"/>
        </a:p>
      </dgm:t>
    </dgm:pt>
    <dgm:pt modelId="{E5A8A804-9124-457C-A172-A9ED38EBD4A4}" type="pres">
      <dgm:prSet presAssocID="{E69D3792-D02C-4300-8235-67DB909F6BE9}" presName="vert0" presStyleCnt="0">
        <dgm:presLayoutVars>
          <dgm:dir/>
          <dgm:animOne val="branch"/>
          <dgm:animLvl val="lvl"/>
        </dgm:presLayoutVars>
      </dgm:prSet>
      <dgm:spPr/>
    </dgm:pt>
    <dgm:pt modelId="{C02DFA33-96C5-4ADF-AE6A-35559B388AE3}" type="pres">
      <dgm:prSet presAssocID="{289DE7AF-FBED-41BD-B1A0-45C1854170D4}" presName="thickLine" presStyleLbl="alignNode1" presStyleIdx="0" presStyleCnt="3"/>
      <dgm:spPr/>
    </dgm:pt>
    <dgm:pt modelId="{D97865D7-B866-4D00-AF6E-86BE4A75A550}" type="pres">
      <dgm:prSet presAssocID="{289DE7AF-FBED-41BD-B1A0-45C1854170D4}" presName="horz1" presStyleCnt="0"/>
      <dgm:spPr/>
    </dgm:pt>
    <dgm:pt modelId="{BB67C430-7DDE-4D20-9B9D-994679C40CE3}" type="pres">
      <dgm:prSet presAssocID="{289DE7AF-FBED-41BD-B1A0-45C1854170D4}" presName="tx1" presStyleLbl="revTx" presStyleIdx="0" presStyleCnt="3" custLinFactNeighborX="-3972" custLinFactNeighborY="-51122"/>
      <dgm:spPr/>
    </dgm:pt>
    <dgm:pt modelId="{76460AEC-325F-4BE6-B1A1-2C5BC67D6E77}" type="pres">
      <dgm:prSet presAssocID="{289DE7AF-FBED-41BD-B1A0-45C1854170D4}" presName="vert1" presStyleCnt="0"/>
      <dgm:spPr/>
    </dgm:pt>
    <dgm:pt modelId="{66A3C529-44F3-4C22-9A20-D7276C7CAC47}" type="pres">
      <dgm:prSet presAssocID="{59BFAF94-5105-4C3C-B903-1C65A4037263}" presName="thickLine" presStyleLbl="alignNode1" presStyleIdx="1" presStyleCnt="3"/>
      <dgm:spPr/>
    </dgm:pt>
    <dgm:pt modelId="{DC231F03-E1E2-4101-863B-2AA65953B7C7}" type="pres">
      <dgm:prSet presAssocID="{59BFAF94-5105-4C3C-B903-1C65A4037263}" presName="horz1" presStyleCnt="0"/>
      <dgm:spPr/>
    </dgm:pt>
    <dgm:pt modelId="{D43E5BD0-52EC-4245-9D86-6CD69D3AEED0}" type="pres">
      <dgm:prSet presAssocID="{59BFAF94-5105-4C3C-B903-1C65A4037263}" presName="tx1" presStyleLbl="revTx" presStyleIdx="1" presStyleCnt="3"/>
      <dgm:spPr/>
    </dgm:pt>
    <dgm:pt modelId="{DDDD9F5C-2E82-46C2-942D-439C114B6EF4}" type="pres">
      <dgm:prSet presAssocID="{59BFAF94-5105-4C3C-B903-1C65A4037263}" presName="vert1" presStyleCnt="0"/>
      <dgm:spPr/>
    </dgm:pt>
    <dgm:pt modelId="{0748698C-D25C-4BF9-844E-D13628BC12BB}" type="pres">
      <dgm:prSet presAssocID="{2394B2E9-00E8-4656-8505-BA5DC76EBF4B}" presName="thickLine" presStyleLbl="alignNode1" presStyleIdx="2" presStyleCnt="3"/>
      <dgm:spPr/>
    </dgm:pt>
    <dgm:pt modelId="{1CC20420-9656-4F78-A2C7-A1B15C42EF49}" type="pres">
      <dgm:prSet presAssocID="{2394B2E9-00E8-4656-8505-BA5DC76EBF4B}" presName="horz1" presStyleCnt="0"/>
      <dgm:spPr/>
    </dgm:pt>
    <dgm:pt modelId="{A123DFA8-A85A-4398-B7F1-3218A71E99ED}" type="pres">
      <dgm:prSet presAssocID="{2394B2E9-00E8-4656-8505-BA5DC76EBF4B}" presName="tx1" presStyleLbl="revTx" presStyleIdx="2" presStyleCnt="3"/>
      <dgm:spPr/>
    </dgm:pt>
    <dgm:pt modelId="{68778E28-D725-49E9-9E0B-B7D19FE2444F}" type="pres">
      <dgm:prSet presAssocID="{2394B2E9-00E8-4656-8505-BA5DC76EBF4B}" presName="vert1" presStyleCnt="0"/>
      <dgm:spPr/>
    </dgm:pt>
  </dgm:ptLst>
  <dgm:cxnLst>
    <dgm:cxn modelId="{B4C2A61E-4D6B-4B6F-91B8-685C7A8BC877}" srcId="{E69D3792-D02C-4300-8235-67DB909F6BE9}" destId="{59BFAF94-5105-4C3C-B903-1C65A4037263}" srcOrd="1" destOrd="0" parTransId="{BB1F17F3-DB5B-4DA6-AFDE-5BC422B78BEF}" sibTransId="{B47ED674-477C-451D-A063-8C811D4455E6}"/>
    <dgm:cxn modelId="{5D092B27-6511-4153-9DA7-C6C8D6D45369}" type="presOf" srcId="{E69D3792-D02C-4300-8235-67DB909F6BE9}" destId="{E5A8A804-9124-457C-A172-A9ED38EBD4A4}" srcOrd="0" destOrd="0" presId="urn:microsoft.com/office/officeart/2008/layout/LinedList"/>
    <dgm:cxn modelId="{43227746-07AE-46D3-AB0B-97012B946F67}" type="presOf" srcId="{289DE7AF-FBED-41BD-B1A0-45C1854170D4}" destId="{BB67C430-7DDE-4D20-9B9D-994679C40CE3}" srcOrd="0" destOrd="0" presId="urn:microsoft.com/office/officeart/2008/layout/LinedList"/>
    <dgm:cxn modelId="{71E0E84F-E1BD-4A29-9819-F05FAB080F11}" srcId="{E69D3792-D02C-4300-8235-67DB909F6BE9}" destId="{2394B2E9-00E8-4656-8505-BA5DC76EBF4B}" srcOrd="2" destOrd="0" parTransId="{4F7161A5-8329-4579-9A68-9247C2A3DD0E}" sibTransId="{4ADF4416-D86F-4C59-A771-FF8D2258E569}"/>
    <dgm:cxn modelId="{6D4AB6C2-5373-460F-ABF6-164E415CA711}" type="presOf" srcId="{2394B2E9-00E8-4656-8505-BA5DC76EBF4B}" destId="{A123DFA8-A85A-4398-B7F1-3218A71E99ED}" srcOrd="0" destOrd="0" presId="urn:microsoft.com/office/officeart/2008/layout/LinedList"/>
    <dgm:cxn modelId="{DB3CCAF7-ABAC-4FEA-B4E3-FC7ADF875398}" srcId="{E69D3792-D02C-4300-8235-67DB909F6BE9}" destId="{289DE7AF-FBED-41BD-B1A0-45C1854170D4}" srcOrd="0" destOrd="0" parTransId="{CF0092C5-741E-4F78-8CE1-893EA77A4460}" sibTransId="{CA25B09A-0357-46B2-9BE5-3559EC73F275}"/>
    <dgm:cxn modelId="{8AD7EFF8-3E38-4035-BEF1-6D5232EC33FD}" type="presOf" srcId="{59BFAF94-5105-4C3C-B903-1C65A4037263}" destId="{D43E5BD0-52EC-4245-9D86-6CD69D3AEED0}" srcOrd="0" destOrd="0" presId="urn:microsoft.com/office/officeart/2008/layout/LinedList"/>
    <dgm:cxn modelId="{40C88E08-23CF-4EFC-BC3A-87FDAFA4EBFF}" type="presParOf" srcId="{E5A8A804-9124-457C-A172-A9ED38EBD4A4}" destId="{C02DFA33-96C5-4ADF-AE6A-35559B388AE3}" srcOrd="0" destOrd="0" presId="urn:microsoft.com/office/officeart/2008/layout/LinedList"/>
    <dgm:cxn modelId="{58867C82-7E2B-41FC-BBA6-F5EC0376CF47}" type="presParOf" srcId="{E5A8A804-9124-457C-A172-A9ED38EBD4A4}" destId="{D97865D7-B866-4D00-AF6E-86BE4A75A550}" srcOrd="1" destOrd="0" presId="urn:microsoft.com/office/officeart/2008/layout/LinedList"/>
    <dgm:cxn modelId="{41C9226F-613B-4D2D-89A7-C471D0D4213E}" type="presParOf" srcId="{D97865D7-B866-4D00-AF6E-86BE4A75A550}" destId="{BB67C430-7DDE-4D20-9B9D-994679C40CE3}" srcOrd="0" destOrd="0" presId="urn:microsoft.com/office/officeart/2008/layout/LinedList"/>
    <dgm:cxn modelId="{3FAEAB4A-067D-456B-B89F-67D553676295}" type="presParOf" srcId="{D97865D7-B866-4D00-AF6E-86BE4A75A550}" destId="{76460AEC-325F-4BE6-B1A1-2C5BC67D6E77}" srcOrd="1" destOrd="0" presId="urn:microsoft.com/office/officeart/2008/layout/LinedList"/>
    <dgm:cxn modelId="{EC182638-E792-46A2-99AC-13A9C41358AD}" type="presParOf" srcId="{E5A8A804-9124-457C-A172-A9ED38EBD4A4}" destId="{66A3C529-44F3-4C22-9A20-D7276C7CAC47}" srcOrd="2" destOrd="0" presId="urn:microsoft.com/office/officeart/2008/layout/LinedList"/>
    <dgm:cxn modelId="{EDBEE1E3-BF83-4861-A900-3F6BA9306F72}" type="presParOf" srcId="{E5A8A804-9124-457C-A172-A9ED38EBD4A4}" destId="{DC231F03-E1E2-4101-863B-2AA65953B7C7}" srcOrd="3" destOrd="0" presId="urn:microsoft.com/office/officeart/2008/layout/LinedList"/>
    <dgm:cxn modelId="{F885F9CB-DFF0-44FB-B853-D4E1700F3898}" type="presParOf" srcId="{DC231F03-E1E2-4101-863B-2AA65953B7C7}" destId="{D43E5BD0-52EC-4245-9D86-6CD69D3AEED0}" srcOrd="0" destOrd="0" presId="urn:microsoft.com/office/officeart/2008/layout/LinedList"/>
    <dgm:cxn modelId="{50C617C6-4B19-4CB2-8EE2-18ABA398116E}" type="presParOf" srcId="{DC231F03-E1E2-4101-863B-2AA65953B7C7}" destId="{DDDD9F5C-2E82-46C2-942D-439C114B6EF4}" srcOrd="1" destOrd="0" presId="urn:microsoft.com/office/officeart/2008/layout/LinedList"/>
    <dgm:cxn modelId="{7A69CD79-A781-4E15-B8F8-FE66B99E7BB4}" type="presParOf" srcId="{E5A8A804-9124-457C-A172-A9ED38EBD4A4}" destId="{0748698C-D25C-4BF9-844E-D13628BC12BB}" srcOrd="4" destOrd="0" presId="urn:microsoft.com/office/officeart/2008/layout/LinedList"/>
    <dgm:cxn modelId="{118D566B-84A9-4F94-BEB3-BFB4A3290786}" type="presParOf" srcId="{E5A8A804-9124-457C-A172-A9ED38EBD4A4}" destId="{1CC20420-9656-4F78-A2C7-A1B15C42EF49}" srcOrd="5" destOrd="0" presId="urn:microsoft.com/office/officeart/2008/layout/LinedList"/>
    <dgm:cxn modelId="{425F4CAE-13A7-4CE0-810C-61A94B424317}" type="presParOf" srcId="{1CC20420-9656-4F78-A2C7-A1B15C42EF49}" destId="{A123DFA8-A85A-4398-B7F1-3218A71E99ED}" srcOrd="0" destOrd="0" presId="urn:microsoft.com/office/officeart/2008/layout/LinedList"/>
    <dgm:cxn modelId="{C36B5FDF-DFA3-4A7F-9988-C625A339E472}" type="presParOf" srcId="{1CC20420-9656-4F78-A2C7-A1B15C42EF49}" destId="{68778E28-D725-49E9-9E0B-B7D19FE2444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9F3CA7C-E3E9-472D-85F3-23173A207239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058AD00E-BAC8-4CBB-BAD5-440E22A73BA1}">
      <dgm:prSet phldrT="[Testo]" custT="1"/>
      <dgm:spPr/>
      <dgm:t>
        <a:bodyPr/>
        <a:lstStyle/>
        <a:p>
          <a:r>
            <a:rPr lang="en-US" sz="2400" dirty="0"/>
            <a:t>Threshold Encryption</a:t>
          </a:r>
          <a:endParaRPr lang="it-IT" sz="2400" dirty="0"/>
        </a:p>
      </dgm:t>
    </dgm:pt>
    <dgm:pt modelId="{7B75BBAA-5A2D-4847-BA9F-20291AD1187E}" type="parTrans" cxnId="{85FC94DA-73D5-4F99-913D-3F8DADAA3A56}">
      <dgm:prSet/>
      <dgm:spPr/>
      <dgm:t>
        <a:bodyPr/>
        <a:lstStyle/>
        <a:p>
          <a:endParaRPr lang="it-IT"/>
        </a:p>
      </dgm:t>
    </dgm:pt>
    <dgm:pt modelId="{022A9153-E7E7-4DC8-A180-4330FBD2F8C8}" type="sibTrans" cxnId="{85FC94DA-73D5-4F99-913D-3F8DADAA3A56}">
      <dgm:prSet/>
      <dgm:spPr/>
      <dgm:t>
        <a:bodyPr/>
        <a:lstStyle/>
        <a:p>
          <a:endParaRPr lang="it-IT"/>
        </a:p>
      </dgm:t>
    </dgm:pt>
    <dgm:pt modelId="{1856B398-ACA0-400B-B913-7D1AFA98B7C9}">
      <dgm:prSet phldrT="[Testo]"/>
      <dgm:spPr/>
      <dgm:t>
        <a:bodyPr/>
        <a:lstStyle/>
        <a:p>
          <a:r>
            <a:rPr lang="en-US" dirty="0"/>
            <a:t>Transactions are encrypted</a:t>
          </a:r>
          <a:endParaRPr lang="it-IT" dirty="0"/>
        </a:p>
      </dgm:t>
    </dgm:pt>
    <dgm:pt modelId="{9F788926-72C5-448A-8DBB-80B88BB14F49}" type="parTrans" cxnId="{839DA0F2-E567-4DA6-B129-EEB67753AD12}">
      <dgm:prSet/>
      <dgm:spPr/>
      <dgm:t>
        <a:bodyPr/>
        <a:lstStyle/>
        <a:p>
          <a:endParaRPr lang="it-IT"/>
        </a:p>
      </dgm:t>
    </dgm:pt>
    <dgm:pt modelId="{32010C20-606A-4621-8CB0-1E64BFA41EE6}" type="sibTrans" cxnId="{839DA0F2-E567-4DA6-B129-EEB67753AD12}">
      <dgm:prSet/>
      <dgm:spPr/>
      <dgm:t>
        <a:bodyPr/>
        <a:lstStyle/>
        <a:p>
          <a:endParaRPr lang="it-IT"/>
        </a:p>
      </dgm:t>
    </dgm:pt>
    <dgm:pt modelId="{31E991A3-FEB8-4E3A-A9F6-6714807D48FF}">
      <dgm:prSet phldrT="[Testo]"/>
      <dgm:spPr/>
      <dgm:t>
        <a:bodyPr/>
        <a:lstStyle/>
        <a:p>
          <a:r>
            <a:rPr lang="en-US" dirty="0"/>
            <a:t>Decryption key is distributed among multiple parties</a:t>
          </a:r>
          <a:endParaRPr lang="it-IT" dirty="0"/>
        </a:p>
      </dgm:t>
    </dgm:pt>
    <dgm:pt modelId="{66E59DFE-59C8-4AE8-992C-3874413DEC02}" type="parTrans" cxnId="{CC93DA30-72EA-4B9F-B614-C370B163F9BF}">
      <dgm:prSet/>
      <dgm:spPr/>
      <dgm:t>
        <a:bodyPr/>
        <a:lstStyle/>
        <a:p>
          <a:endParaRPr lang="it-IT"/>
        </a:p>
      </dgm:t>
    </dgm:pt>
    <dgm:pt modelId="{26D3E188-9DE8-4CA8-B45B-D1110A32BF4D}" type="sibTrans" cxnId="{CC93DA30-72EA-4B9F-B614-C370B163F9BF}">
      <dgm:prSet/>
      <dgm:spPr/>
      <dgm:t>
        <a:bodyPr/>
        <a:lstStyle/>
        <a:p>
          <a:endParaRPr lang="it-IT"/>
        </a:p>
      </dgm:t>
    </dgm:pt>
    <dgm:pt modelId="{CE79C382-58E9-4FF7-A403-7AE865F3FD19}">
      <dgm:prSet phldrT="[Testo]" custT="1"/>
      <dgm:spPr/>
      <dgm:t>
        <a:bodyPr/>
        <a:lstStyle/>
        <a:p>
          <a:r>
            <a:rPr lang="en-US" sz="2400" dirty="0"/>
            <a:t>Delay Encryption</a:t>
          </a:r>
          <a:endParaRPr lang="it-IT" sz="2400" dirty="0"/>
        </a:p>
      </dgm:t>
    </dgm:pt>
    <dgm:pt modelId="{2267316B-97ED-40D8-A103-5A8305449229}" type="parTrans" cxnId="{7749B48E-BB23-4F7F-91B4-93D629368F71}">
      <dgm:prSet/>
      <dgm:spPr/>
      <dgm:t>
        <a:bodyPr/>
        <a:lstStyle/>
        <a:p>
          <a:endParaRPr lang="it-IT"/>
        </a:p>
      </dgm:t>
    </dgm:pt>
    <dgm:pt modelId="{D6F56789-F3E3-4932-9A1B-E12202E1A0B3}" type="sibTrans" cxnId="{7749B48E-BB23-4F7F-91B4-93D629368F71}">
      <dgm:prSet/>
      <dgm:spPr/>
      <dgm:t>
        <a:bodyPr/>
        <a:lstStyle/>
        <a:p>
          <a:endParaRPr lang="it-IT"/>
        </a:p>
      </dgm:t>
    </dgm:pt>
    <dgm:pt modelId="{4FCBCF5A-71E1-407F-A69E-7C1F487AF091}">
      <dgm:prSet phldrT="[Testo]"/>
      <dgm:spPr/>
      <dgm:t>
        <a:bodyPr/>
        <a:lstStyle/>
        <a:p>
          <a:r>
            <a:rPr lang="en-US" dirty="0"/>
            <a:t>The transaction remains encrypted for a certain period of time</a:t>
          </a:r>
          <a:endParaRPr lang="it-IT" dirty="0"/>
        </a:p>
      </dgm:t>
    </dgm:pt>
    <dgm:pt modelId="{E079C2BC-E77D-4B3F-8760-9D369BAA982A}" type="parTrans" cxnId="{D22C895E-0EC1-4A6B-8A2F-CF8B5A9C77B9}">
      <dgm:prSet/>
      <dgm:spPr/>
      <dgm:t>
        <a:bodyPr/>
        <a:lstStyle/>
        <a:p>
          <a:endParaRPr lang="it-IT"/>
        </a:p>
      </dgm:t>
    </dgm:pt>
    <dgm:pt modelId="{BE4A89D6-7899-4DD0-B141-C7EDC956A365}" type="sibTrans" cxnId="{D22C895E-0EC1-4A6B-8A2F-CF8B5A9C77B9}">
      <dgm:prSet/>
      <dgm:spPr/>
      <dgm:t>
        <a:bodyPr/>
        <a:lstStyle/>
        <a:p>
          <a:endParaRPr lang="it-IT"/>
        </a:p>
      </dgm:t>
    </dgm:pt>
    <dgm:pt modelId="{525C3986-EDF5-4FD9-94AD-A0E578BAC51A}">
      <dgm:prSet phldrT="[Testo]"/>
      <dgm:spPr/>
      <dgm:t>
        <a:bodyPr/>
        <a:lstStyle/>
        <a:p>
          <a:r>
            <a:rPr lang="en-US" dirty="0"/>
            <a:t>Can only be obtained after solving a computational problem</a:t>
          </a:r>
          <a:endParaRPr lang="it-IT" dirty="0"/>
        </a:p>
      </dgm:t>
    </dgm:pt>
    <dgm:pt modelId="{83527B82-D04F-4144-ABDD-3225ED6E492D}" type="parTrans" cxnId="{AD0DB814-FC5C-4316-816E-2F5F2A3555B2}">
      <dgm:prSet/>
      <dgm:spPr/>
      <dgm:t>
        <a:bodyPr/>
        <a:lstStyle/>
        <a:p>
          <a:endParaRPr lang="it-IT"/>
        </a:p>
      </dgm:t>
    </dgm:pt>
    <dgm:pt modelId="{4B3F94CC-C2D2-49C7-993F-7F03EB49841C}" type="sibTrans" cxnId="{AD0DB814-FC5C-4316-816E-2F5F2A3555B2}">
      <dgm:prSet/>
      <dgm:spPr/>
      <dgm:t>
        <a:bodyPr/>
        <a:lstStyle/>
        <a:p>
          <a:endParaRPr lang="it-IT"/>
        </a:p>
      </dgm:t>
    </dgm:pt>
    <dgm:pt modelId="{F68C1405-75B8-45E2-95BD-F676C6BEACFC}">
      <dgm:prSet phldrT="[Testo]" custT="1"/>
      <dgm:spPr/>
      <dgm:t>
        <a:bodyPr/>
        <a:lstStyle/>
        <a:p>
          <a:r>
            <a:rPr lang="en-US" sz="2400" dirty="0"/>
            <a:t>Trusted Execution Environments</a:t>
          </a:r>
          <a:endParaRPr lang="it-IT" sz="2400" dirty="0"/>
        </a:p>
      </dgm:t>
    </dgm:pt>
    <dgm:pt modelId="{19E3DD2A-BD8D-4727-BADA-7F11B39B6B7A}" type="parTrans" cxnId="{3EB16BA1-38EA-44C9-8FC9-BA7D4585AAA6}">
      <dgm:prSet/>
      <dgm:spPr/>
      <dgm:t>
        <a:bodyPr/>
        <a:lstStyle/>
        <a:p>
          <a:endParaRPr lang="it-IT"/>
        </a:p>
      </dgm:t>
    </dgm:pt>
    <dgm:pt modelId="{DE6E8405-9CF8-4EE2-B67D-83DC61D0080C}" type="sibTrans" cxnId="{3EB16BA1-38EA-44C9-8FC9-BA7D4585AAA6}">
      <dgm:prSet/>
      <dgm:spPr/>
      <dgm:t>
        <a:bodyPr/>
        <a:lstStyle/>
        <a:p>
          <a:endParaRPr lang="it-IT"/>
        </a:p>
      </dgm:t>
    </dgm:pt>
    <dgm:pt modelId="{CDBA0226-C5F8-46C6-B03F-1FEE6C66F8D5}">
      <dgm:prSet phldrT="[Testo]"/>
      <dgm:spPr/>
      <dgm:t>
        <a:bodyPr/>
        <a:lstStyle/>
        <a:p>
          <a:r>
            <a:rPr lang="en-US" dirty="0"/>
            <a:t>Transactions are processed inside protected enclaves</a:t>
          </a:r>
          <a:endParaRPr lang="it-IT" dirty="0"/>
        </a:p>
      </dgm:t>
    </dgm:pt>
    <dgm:pt modelId="{01BB4D21-5A70-47A2-849A-53257FE5D937}" type="parTrans" cxnId="{88E09727-0AA7-4C56-8EEA-09C0448AB31F}">
      <dgm:prSet/>
      <dgm:spPr/>
      <dgm:t>
        <a:bodyPr/>
        <a:lstStyle/>
        <a:p>
          <a:endParaRPr lang="it-IT"/>
        </a:p>
      </dgm:t>
    </dgm:pt>
    <dgm:pt modelId="{16B766B8-5DDE-464F-9C94-9EDBA408EA66}" type="sibTrans" cxnId="{88E09727-0AA7-4C56-8EEA-09C0448AB31F}">
      <dgm:prSet/>
      <dgm:spPr/>
      <dgm:t>
        <a:bodyPr/>
        <a:lstStyle/>
        <a:p>
          <a:endParaRPr lang="it-IT"/>
        </a:p>
      </dgm:t>
    </dgm:pt>
    <dgm:pt modelId="{13D35105-EC4D-4393-B616-157F5BAB70A4}">
      <dgm:prSet phldrT="[Testo]"/>
      <dgm:spPr/>
      <dgm:t>
        <a:bodyPr/>
        <a:lstStyle/>
        <a:p>
          <a:r>
            <a:rPr lang="en-US" dirty="0"/>
            <a:t>Published only after execution</a:t>
          </a:r>
          <a:endParaRPr lang="it-IT" dirty="0"/>
        </a:p>
      </dgm:t>
    </dgm:pt>
    <dgm:pt modelId="{0AB83B4F-3974-479A-8AFE-C6C50E9F60CA}" type="parTrans" cxnId="{50E9CD4B-B4E2-4BCA-A47B-0AC535105754}">
      <dgm:prSet/>
      <dgm:spPr/>
      <dgm:t>
        <a:bodyPr/>
        <a:lstStyle/>
        <a:p>
          <a:endParaRPr lang="it-IT"/>
        </a:p>
      </dgm:t>
    </dgm:pt>
    <dgm:pt modelId="{FF96EE38-96CC-4D30-8FDC-A27AE9AC4C5E}" type="sibTrans" cxnId="{50E9CD4B-B4E2-4BCA-A47B-0AC535105754}">
      <dgm:prSet/>
      <dgm:spPr/>
      <dgm:t>
        <a:bodyPr/>
        <a:lstStyle/>
        <a:p>
          <a:endParaRPr lang="it-IT"/>
        </a:p>
      </dgm:t>
    </dgm:pt>
    <dgm:pt modelId="{F66A65EF-49E3-4943-A918-128A3FE155FA}" type="pres">
      <dgm:prSet presAssocID="{89F3CA7C-E3E9-472D-85F3-23173A207239}" presName="Name0" presStyleCnt="0">
        <dgm:presLayoutVars>
          <dgm:dir/>
          <dgm:animLvl val="lvl"/>
          <dgm:resizeHandles val="exact"/>
        </dgm:presLayoutVars>
      </dgm:prSet>
      <dgm:spPr/>
    </dgm:pt>
    <dgm:pt modelId="{1E7BB2CC-93B7-4F85-BFC8-1390E4E43D2B}" type="pres">
      <dgm:prSet presAssocID="{058AD00E-BAC8-4CBB-BAD5-440E22A73BA1}" presName="linNode" presStyleCnt="0"/>
      <dgm:spPr/>
    </dgm:pt>
    <dgm:pt modelId="{28AD86E7-8144-4D70-9CD4-38A296CE6AAC}" type="pres">
      <dgm:prSet presAssocID="{058AD00E-BAC8-4CBB-BAD5-440E22A73BA1}" presName="parentText" presStyleLbl="node1" presStyleIdx="0" presStyleCnt="3" custScaleX="60315">
        <dgm:presLayoutVars>
          <dgm:chMax val="1"/>
          <dgm:bulletEnabled val="1"/>
        </dgm:presLayoutVars>
      </dgm:prSet>
      <dgm:spPr/>
    </dgm:pt>
    <dgm:pt modelId="{C5B056AC-B980-4FEE-8E2F-95BB4F817A8D}" type="pres">
      <dgm:prSet presAssocID="{058AD00E-BAC8-4CBB-BAD5-440E22A73BA1}" presName="descendantText" presStyleLbl="alignAccFollowNode1" presStyleIdx="0" presStyleCnt="3">
        <dgm:presLayoutVars>
          <dgm:bulletEnabled val="1"/>
        </dgm:presLayoutVars>
      </dgm:prSet>
      <dgm:spPr/>
    </dgm:pt>
    <dgm:pt modelId="{49E7FE70-2D02-45BC-9E47-A5C0CBEB7533}" type="pres">
      <dgm:prSet presAssocID="{022A9153-E7E7-4DC8-A180-4330FBD2F8C8}" presName="sp" presStyleCnt="0"/>
      <dgm:spPr/>
    </dgm:pt>
    <dgm:pt modelId="{447B65CD-C186-44D6-93B5-34FD39FD1C37}" type="pres">
      <dgm:prSet presAssocID="{CE79C382-58E9-4FF7-A403-7AE865F3FD19}" presName="linNode" presStyleCnt="0"/>
      <dgm:spPr/>
    </dgm:pt>
    <dgm:pt modelId="{DE2088EE-38A1-4533-883F-078B177E039D}" type="pres">
      <dgm:prSet presAssocID="{CE79C382-58E9-4FF7-A403-7AE865F3FD19}" presName="parentText" presStyleLbl="node1" presStyleIdx="1" presStyleCnt="3" custScaleX="61356">
        <dgm:presLayoutVars>
          <dgm:chMax val="1"/>
          <dgm:bulletEnabled val="1"/>
        </dgm:presLayoutVars>
      </dgm:prSet>
      <dgm:spPr/>
    </dgm:pt>
    <dgm:pt modelId="{1464F420-30C5-4EF9-8FE2-8B97BA384E65}" type="pres">
      <dgm:prSet presAssocID="{CE79C382-58E9-4FF7-A403-7AE865F3FD19}" presName="descendantText" presStyleLbl="alignAccFollowNode1" presStyleIdx="1" presStyleCnt="3">
        <dgm:presLayoutVars>
          <dgm:bulletEnabled val="1"/>
        </dgm:presLayoutVars>
      </dgm:prSet>
      <dgm:spPr/>
    </dgm:pt>
    <dgm:pt modelId="{177937A5-0673-426D-9EC4-2B3C4E6D81F2}" type="pres">
      <dgm:prSet presAssocID="{D6F56789-F3E3-4932-9A1B-E12202E1A0B3}" presName="sp" presStyleCnt="0"/>
      <dgm:spPr/>
    </dgm:pt>
    <dgm:pt modelId="{3E16D834-0448-4DE7-826A-3EAEA85003C3}" type="pres">
      <dgm:prSet presAssocID="{F68C1405-75B8-45E2-95BD-F676C6BEACFC}" presName="linNode" presStyleCnt="0"/>
      <dgm:spPr/>
    </dgm:pt>
    <dgm:pt modelId="{7A93E996-01DC-4918-816B-EB11EDF9F088}" type="pres">
      <dgm:prSet presAssocID="{F68C1405-75B8-45E2-95BD-F676C6BEACFC}" presName="parentText" presStyleLbl="node1" presStyleIdx="2" presStyleCnt="3" custScaleX="62214">
        <dgm:presLayoutVars>
          <dgm:chMax val="1"/>
          <dgm:bulletEnabled val="1"/>
        </dgm:presLayoutVars>
      </dgm:prSet>
      <dgm:spPr/>
    </dgm:pt>
    <dgm:pt modelId="{8CF9B37C-531F-477E-9A34-B6A5B6DBD5B6}" type="pres">
      <dgm:prSet presAssocID="{F68C1405-75B8-45E2-95BD-F676C6BEACFC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AD0DB814-FC5C-4316-816E-2F5F2A3555B2}" srcId="{CE79C382-58E9-4FF7-A403-7AE865F3FD19}" destId="{525C3986-EDF5-4FD9-94AD-A0E578BAC51A}" srcOrd="1" destOrd="0" parTransId="{83527B82-D04F-4144-ABDD-3225ED6E492D}" sibTransId="{4B3F94CC-C2D2-49C7-993F-7F03EB49841C}"/>
    <dgm:cxn modelId="{88E09727-0AA7-4C56-8EEA-09C0448AB31F}" srcId="{F68C1405-75B8-45E2-95BD-F676C6BEACFC}" destId="{CDBA0226-C5F8-46C6-B03F-1FEE6C66F8D5}" srcOrd="0" destOrd="0" parTransId="{01BB4D21-5A70-47A2-849A-53257FE5D937}" sibTransId="{16B766B8-5DDE-464F-9C94-9EDBA408EA66}"/>
    <dgm:cxn modelId="{C563E027-6464-4EF9-9EDE-0BB7BFC79408}" type="presOf" srcId="{4FCBCF5A-71E1-407F-A69E-7C1F487AF091}" destId="{1464F420-30C5-4EF9-8FE2-8B97BA384E65}" srcOrd="0" destOrd="0" presId="urn:microsoft.com/office/officeart/2005/8/layout/vList5"/>
    <dgm:cxn modelId="{CC93DA30-72EA-4B9F-B614-C370B163F9BF}" srcId="{058AD00E-BAC8-4CBB-BAD5-440E22A73BA1}" destId="{31E991A3-FEB8-4E3A-A9F6-6714807D48FF}" srcOrd="1" destOrd="0" parTransId="{66E59DFE-59C8-4AE8-992C-3874413DEC02}" sibTransId="{26D3E188-9DE8-4CA8-B45B-D1110A32BF4D}"/>
    <dgm:cxn modelId="{D22C895E-0EC1-4A6B-8A2F-CF8B5A9C77B9}" srcId="{CE79C382-58E9-4FF7-A403-7AE865F3FD19}" destId="{4FCBCF5A-71E1-407F-A69E-7C1F487AF091}" srcOrd="0" destOrd="0" parTransId="{E079C2BC-E77D-4B3F-8760-9D369BAA982A}" sibTransId="{BE4A89D6-7899-4DD0-B141-C7EDC956A365}"/>
    <dgm:cxn modelId="{AB5E7D4A-EE39-40B9-9946-E26A49160025}" type="presOf" srcId="{89F3CA7C-E3E9-472D-85F3-23173A207239}" destId="{F66A65EF-49E3-4943-A918-128A3FE155FA}" srcOrd="0" destOrd="0" presId="urn:microsoft.com/office/officeart/2005/8/layout/vList5"/>
    <dgm:cxn modelId="{D322CC4B-7A2D-43CC-AFF3-BE89590277D6}" type="presOf" srcId="{CE79C382-58E9-4FF7-A403-7AE865F3FD19}" destId="{DE2088EE-38A1-4533-883F-078B177E039D}" srcOrd="0" destOrd="0" presId="urn:microsoft.com/office/officeart/2005/8/layout/vList5"/>
    <dgm:cxn modelId="{50E9CD4B-B4E2-4BCA-A47B-0AC535105754}" srcId="{F68C1405-75B8-45E2-95BD-F676C6BEACFC}" destId="{13D35105-EC4D-4393-B616-157F5BAB70A4}" srcOrd="1" destOrd="0" parTransId="{0AB83B4F-3974-479A-8AFE-C6C50E9F60CA}" sibTransId="{FF96EE38-96CC-4D30-8FDC-A27AE9AC4C5E}"/>
    <dgm:cxn modelId="{60144C80-CD29-4BB1-93F9-9204586E2986}" type="presOf" srcId="{CDBA0226-C5F8-46C6-B03F-1FEE6C66F8D5}" destId="{8CF9B37C-531F-477E-9A34-B6A5B6DBD5B6}" srcOrd="0" destOrd="0" presId="urn:microsoft.com/office/officeart/2005/8/layout/vList5"/>
    <dgm:cxn modelId="{AD3EAC83-CBF3-4A9E-A4C8-37B347488AD2}" type="presOf" srcId="{F68C1405-75B8-45E2-95BD-F676C6BEACFC}" destId="{7A93E996-01DC-4918-816B-EB11EDF9F088}" srcOrd="0" destOrd="0" presId="urn:microsoft.com/office/officeart/2005/8/layout/vList5"/>
    <dgm:cxn modelId="{7749B48E-BB23-4F7F-91B4-93D629368F71}" srcId="{89F3CA7C-E3E9-472D-85F3-23173A207239}" destId="{CE79C382-58E9-4FF7-A403-7AE865F3FD19}" srcOrd="1" destOrd="0" parTransId="{2267316B-97ED-40D8-A103-5A8305449229}" sibTransId="{D6F56789-F3E3-4932-9A1B-E12202E1A0B3}"/>
    <dgm:cxn modelId="{C1837399-E32D-4591-A047-FBA19DE63576}" type="presOf" srcId="{525C3986-EDF5-4FD9-94AD-A0E578BAC51A}" destId="{1464F420-30C5-4EF9-8FE2-8B97BA384E65}" srcOrd="0" destOrd="1" presId="urn:microsoft.com/office/officeart/2005/8/layout/vList5"/>
    <dgm:cxn modelId="{3EB16BA1-38EA-44C9-8FC9-BA7D4585AAA6}" srcId="{89F3CA7C-E3E9-472D-85F3-23173A207239}" destId="{F68C1405-75B8-45E2-95BD-F676C6BEACFC}" srcOrd="2" destOrd="0" parTransId="{19E3DD2A-BD8D-4727-BADA-7F11B39B6B7A}" sibTransId="{DE6E8405-9CF8-4EE2-B67D-83DC61D0080C}"/>
    <dgm:cxn modelId="{D3CEFBCA-07C1-4265-898F-C17F22B30D39}" type="presOf" srcId="{31E991A3-FEB8-4E3A-A9F6-6714807D48FF}" destId="{C5B056AC-B980-4FEE-8E2F-95BB4F817A8D}" srcOrd="0" destOrd="1" presId="urn:microsoft.com/office/officeart/2005/8/layout/vList5"/>
    <dgm:cxn modelId="{85FC94DA-73D5-4F99-913D-3F8DADAA3A56}" srcId="{89F3CA7C-E3E9-472D-85F3-23173A207239}" destId="{058AD00E-BAC8-4CBB-BAD5-440E22A73BA1}" srcOrd="0" destOrd="0" parTransId="{7B75BBAA-5A2D-4847-BA9F-20291AD1187E}" sibTransId="{022A9153-E7E7-4DC8-A180-4330FBD2F8C8}"/>
    <dgm:cxn modelId="{029802DC-8A1C-45AE-9ED9-584317122457}" type="presOf" srcId="{1856B398-ACA0-400B-B913-7D1AFA98B7C9}" destId="{C5B056AC-B980-4FEE-8E2F-95BB4F817A8D}" srcOrd="0" destOrd="0" presId="urn:microsoft.com/office/officeart/2005/8/layout/vList5"/>
    <dgm:cxn modelId="{471BDBEA-FFA4-4C3F-8BC3-C125FF559D31}" type="presOf" srcId="{13D35105-EC4D-4393-B616-157F5BAB70A4}" destId="{8CF9B37C-531F-477E-9A34-B6A5B6DBD5B6}" srcOrd="0" destOrd="1" presId="urn:microsoft.com/office/officeart/2005/8/layout/vList5"/>
    <dgm:cxn modelId="{839DA0F2-E567-4DA6-B129-EEB67753AD12}" srcId="{058AD00E-BAC8-4CBB-BAD5-440E22A73BA1}" destId="{1856B398-ACA0-400B-B913-7D1AFA98B7C9}" srcOrd="0" destOrd="0" parTransId="{9F788926-72C5-448A-8DBB-80B88BB14F49}" sibTransId="{32010C20-606A-4621-8CB0-1E64BFA41EE6}"/>
    <dgm:cxn modelId="{929FEBFE-FB79-4462-8E2D-2076053AEA32}" type="presOf" srcId="{058AD00E-BAC8-4CBB-BAD5-440E22A73BA1}" destId="{28AD86E7-8144-4D70-9CD4-38A296CE6AAC}" srcOrd="0" destOrd="0" presId="urn:microsoft.com/office/officeart/2005/8/layout/vList5"/>
    <dgm:cxn modelId="{31FDA587-DF68-46FD-8F73-1AED5E80DFF8}" type="presParOf" srcId="{F66A65EF-49E3-4943-A918-128A3FE155FA}" destId="{1E7BB2CC-93B7-4F85-BFC8-1390E4E43D2B}" srcOrd="0" destOrd="0" presId="urn:microsoft.com/office/officeart/2005/8/layout/vList5"/>
    <dgm:cxn modelId="{450AA57F-A69A-472B-ABC5-3C8607FAF507}" type="presParOf" srcId="{1E7BB2CC-93B7-4F85-BFC8-1390E4E43D2B}" destId="{28AD86E7-8144-4D70-9CD4-38A296CE6AAC}" srcOrd="0" destOrd="0" presId="urn:microsoft.com/office/officeart/2005/8/layout/vList5"/>
    <dgm:cxn modelId="{82EC8DFB-FEF1-47EA-A214-5DC03607E953}" type="presParOf" srcId="{1E7BB2CC-93B7-4F85-BFC8-1390E4E43D2B}" destId="{C5B056AC-B980-4FEE-8E2F-95BB4F817A8D}" srcOrd="1" destOrd="0" presId="urn:microsoft.com/office/officeart/2005/8/layout/vList5"/>
    <dgm:cxn modelId="{E765D612-780F-4AE1-A3E6-068D50C3066E}" type="presParOf" srcId="{F66A65EF-49E3-4943-A918-128A3FE155FA}" destId="{49E7FE70-2D02-45BC-9E47-A5C0CBEB7533}" srcOrd="1" destOrd="0" presId="urn:microsoft.com/office/officeart/2005/8/layout/vList5"/>
    <dgm:cxn modelId="{306125A2-86C7-4761-8D2A-216FBE2930D8}" type="presParOf" srcId="{F66A65EF-49E3-4943-A918-128A3FE155FA}" destId="{447B65CD-C186-44D6-93B5-34FD39FD1C37}" srcOrd="2" destOrd="0" presId="urn:microsoft.com/office/officeart/2005/8/layout/vList5"/>
    <dgm:cxn modelId="{24B6ADC5-2262-40B7-BA8E-0350B6FE0F7C}" type="presParOf" srcId="{447B65CD-C186-44D6-93B5-34FD39FD1C37}" destId="{DE2088EE-38A1-4533-883F-078B177E039D}" srcOrd="0" destOrd="0" presId="urn:microsoft.com/office/officeart/2005/8/layout/vList5"/>
    <dgm:cxn modelId="{A4573DB1-E226-4FDE-B2E9-9CE24411ED3E}" type="presParOf" srcId="{447B65CD-C186-44D6-93B5-34FD39FD1C37}" destId="{1464F420-30C5-4EF9-8FE2-8B97BA384E65}" srcOrd="1" destOrd="0" presId="urn:microsoft.com/office/officeart/2005/8/layout/vList5"/>
    <dgm:cxn modelId="{AED3F88A-D7C3-4020-B6A0-447A7D9B1104}" type="presParOf" srcId="{F66A65EF-49E3-4943-A918-128A3FE155FA}" destId="{177937A5-0673-426D-9EC4-2B3C4E6D81F2}" srcOrd="3" destOrd="0" presId="urn:microsoft.com/office/officeart/2005/8/layout/vList5"/>
    <dgm:cxn modelId="{10058F66-4E72-4670-B2A6-07E682CB88CB}" type="presParOf" srcId="{F66A65EF-49E3-4943-A918-128A3FE155FA}" destId="{3E16D834-0448-4DE7-826A-3EAEA85003C3}" srcOrd="4" destOrd="0" presId="urn:microsoft.com/office/officeart/2005/8/layout/vList5"/>
    <dgm:cxn modelId="{ACBAA7E8-4372-4144-AF0D-DB8F4A8993ED}" type="presParOf" srcId="{3E16D834-0448-4DE7-826A-3EAEA85003C3}" destId="{7A93E996-01DC-4918-816B-EB11EDF9F088}" srcOrd="0" destOrd="0" presId="urn:microsoft.com/office/officeart/2005/8/layout/vList5"/>
    <dgm:cxn modelId="{AF2F7322-C7F1-4A4E-A057-EF2885553EA5}" type="presParOf" srcId="{3E16D834-0448-4DE7-826A-3EAEA85003C3}" destId="{8CF9B37C-531F-477E-9A34-B6A5B6DBD5B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EE6AC07-B772-4F44-981E-890FD914B113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B719B534-F48A-446E-B3F6-F02BB0885214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it-IT" sz="1900" b="0" i="0" kern="1200" dirty="0" err="1">
              <a:solidFill>
                <a:schemeClr val="tx1"/>
              </a:solidFill>
              <a:latin typeface="+mj-lt"/>
              <a:ea typeface="+mj-ea"/>
              <a:cs typeface="+mj-cs"/>
            </a:rPr>
            <a:t>who</a:t>
          </a:r>
          <a:r>
            <a:rPr lang="it-IT" sz="1900" b="0" i="0" kern="1200" dirty="0">
              <a:solidFill>
                <a:schemeClr val="tx1"/>
              </a:solidFill>
              <a:latin typeface="+mj-lt"/>
              <a:ea typeface="+mj-ea"/>
              <a:cs typeface="+mj-cs"/>
            </a:rPr>
            <a:t> builds the </a:t>
          </a:r>
          <a:r>
            <a:rPr lang="it-IT" sz="1900" b="0" i="0" kern="1200" dirty="0" err="1">
              <a:solidFill>
                <a:schemeClr val="tx1"/>
              </a:solidFill>
              <a:latin typeface="+mj-lt"/>
              <a:ea typeface="+mj-ea"/>
              <a:cs typeface="+mj-cs"/>
            </a:rPr>
            <a:t>block</a:t>
          </a:r>
          <a:endParaRPr lang="en-US" sz="1900" b="0" i="0" kern="1200" dirty="0">
            <a:solidFill>
              <a:schemeClr val="tx1"/>
            </a:solidFill>
            <a:latin typeface="+mj-lt"/>
            <a:ea typeface="+mj-ea"/>
            <a:cs typeface="+mj-cs"/>
          </a:endParaRPr>
        </a:p>
      </dgm:t>
    </dgm:pt>
    <dgm:pt modelId="{2014E519-A117-4848-985B-856FCC3890EF}" type="parTrans" cxnId="{DC39C154-47E7-4D99-B106-7C9849AE2024}">
      <dgm:prSet/>
      <dgm:spPr/>
      <dgm:t>
        <a:bodyPr/>
        <a:lstStyle/>
        <a:p>
          <a:endParaRPr lang="en-US"/>
        </a:p>
      </dgm:t>
    </dgm:pt>
    <dgm:pt modelId="{ABBFDEFE-4D77-4952-9D3A-9BA713621FA9}" type="sibTrans" cxnId="{DC39C154-47E7-4D99-B106-7C9849AE2024}">
      <dgm:prSet/>
      <dgm:spPr/>
      <dgm:t>
        <a:bodyPr/>
        <a:lstStyle/>
        <a:p>
          <a:endParaRPr lang="en-US"/>
        </a:p>
      </dgm:t>
    </dgm:pt>
    <dgm:pt modelId="{81DF3B04-5F11-476A-B87F-B7F4B973DE62}">
      <dgm:prSet custT="1"/>
      <dgm:spPr/>
      <dgm:t>
        <a:bodyPr/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900" b="0" i="0" kern="1200" cap="all" dirty="0" err="1">
              <a:solidFill>
                <a:prstClr val="black"/>
              </a:solidFill>
              <a:latin typeface="Century Gothic" panose="020B0502020202020204"/>
              <a:ea typeface="+mn-ea"/>
              <a:cs typeface="+mn-cs"/>
            </a:rPr>
            <a:t>who</a:t>
          </a:r>
          <a:r>
            <a:rPr lang="it-IT" sz="1900" b="0" i="0" kern="1200" cap="all" dirty="0">
              <a:solidFill>
                <a:prstClr val="black"/>
              </a:solidFill>
              <a:latin typeface="Century Gothic" panose="020B0502020202020204"/>
              <a:ea typeface="+mn-ea"/>
              <a:cs typeface="+mn-cs"/>
            </a:rPr>
            <a:t> </a:t>
          </a:r>
          <a:r>
            <a:rPr lang="it-IT" sz="1900" b="0" i="0" kern="1200" cap="all" dirty="0" err="1">
              <a:solidFill>
                <a:prstClr val="black"/>
              </a:solidFill>
              <a:latin typeface="Century Gothic" panose="020B0502020202020204"/>
              <a:ea typeface="+mn-ea"/>
              <a:cs typeface="+mn-cs"/>
            </a:rPr>
            <a:t>proposes</a:t>
          </a:r>
          <a:r>
            <a:rPr lang="it-IT" sz="1900" b="0" i="0" kern="1200" cap="all" dirty="0">
              <a:solidFill>
                <a:prstClr val="black"/>
              </a:solidFill>
              <a:latin typeface="Century Gothic" panose="020B0502020202020204"/>
              <a:ea typeface="+mn-ea"/>
              <a:cs typeface="+mn-cs"/>
            </a:rPr>
            <a:t> </a:t>
          </a:r>
          <a:r>
            <a:rPr lang="it-IT" sz="1900" b="0" i="0" kern="1200" cap="all" dirty="0" err="1">
              <a:solidFill>
                <a:prstClr val="black"/>
              </a:solidFill>
              <a:latin typeface="Century Gothic" panose="020B0502020202020204"/>
              <a:ea typeface="+mn-ea"/>
              <a:cs typeface="+mn-cs"/>
            </a:rPr>
            <a:t>it</a:t>
          </a:r>
          <a:r>
            <a:rPr lang="it-IT" sz="1900" b="0" i="0" kern="1200" cap="all" dirty="0">
              <a:solidFill>
                <a:prstClr val="black"/>
              </a:solidFill>
              <a:latin typeface="Century Gothic" panose="020B0502020202020204"/>
              <a:ea typeface="+mn-ea"/>
              <a:cs typeface="+mn-cs"/>
            </a:rPr>
            <a:t> to the network</a:t>
          </a:r>
          <a:endParaRPr lang="en-US" sz="1900" b="0" i="0" kern="1200" cap="all" dirty="0">
            <a:solidFill>
              <a:prstClr val="black"/>
            </a:solidFill>
            <a:latin typeface="Century Gothic" panose="020B0502020202020204"/>
            <a:ea typeface="+mn-ea"/>
            <a:cs typeface="+mn-cs"/>
          </a:endParaRPr>
        </a:p>
      </dgm:t>
    </dgm:pt>
    <dgm:pt modelId="{0260159F-E464-4774-B85F-9E2E55A7672F}" type="parTrans" cxnId="{F1BAAA47-1033-4082-A39C-D8ABB7D9AE78}">
      <dgm:prSet/>
      <dgm:spPr/>
      <dgm:t>
        <a:bodyPr/>
        <a:lstStyle/>
        <a:p>
          <a:endParaRPr lang="en-US"/>
        </a:p>
      </dgm:t>
    </dgm:pt>
    <dgm:pt modelId="{4F4A5CEB-8E34-45B8-95D4-23B030641BBC}" type="sibTrans" cxnId="{F1BAAA47-1033-4082-A39C-D8ABB7D9AE78}">
      <dgm:prSet/>
      <dgm:spPr/>
      <dgm:t>
        <a:bodyPr/>
        <a:lstStyle/>
        <a:p>
          <a:endParaRPr lang="en-US"/>
        </a:p>
      </dgm:t>
    </dgm:pt>
    <dgm:pt modelId="{498EFF7F-5D67-47AB-BCB0-AB9E5CB8769D}" type="pres">
      <dgm:prSet presAssocID="{6EE6AC07-B772-4F44-981E-890FD914B113}" presName="root" presStyleCnt="0">
        <dgm:presLayoutVars>
          <dgm:dir/>
          <dgm:resizeHandles val="exact"/>
        </dgm:presLayoutVars>
      </dgm:prSet>
      <dgm:spPr/>
    </dgm:pt>
    <dgm:pt modelId="{EDC4C5C9-7C2E-402F-9186-4381C93044BC}" type="pres">
      <dgm:prSet presAssocID="{B719B534-F48A-446E-B3F6-F02BB0885214}" presName="compNode" presStyleCnt="0"/>
      <dgm:spPr/>
    </dgm:pt>
    <dgm:pt modelId="{BE0B343A-AEAA-4062-AC9C-5B77456071AF}" type="pres">
      <dgm:prSet presAssocID="{B719B534-F48A-446E-B3F6-F02BB0885214}" presName="iconBgRect" presStyleLbl="bgShp" presStyleIdx="0" presStyleCnt="2"/>
      <dgm:spPr/>
    </dgm:pt>
    <dgm:pt modelId="{738F221D-CEEE-486D-A5FB-386094C76BE6}" type="pres">
      <dgm:prSet presAssocID="{B719B534-F48A-446E-B3F6-F02BB088521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ruppo"/>
        </a:ext>
      </dgm:extLst>
    </dgm:pt>
    <dgm:pt modelId="{0B21E001-FA70-4EAC-9986-E2CACA02DDA0}" type="pres">
      <dgm:prSet presAssocID="{B719B534-F48A-446E-B3F6-F02BB0885214}" presName="spaceRect" presStyleCnt="0"/>
      <dgm:spPr/>
    </dgm:pt>
    <dgm:pt modelId="{F762F12E-1080-484E-B902-A07514D4C018}" type="pres">
      <dgm:prSet presAssocID="{B719B534-F48A-446E-B3F6-F02BB0885214}" presName="textRect" presStyleLbl="revTx" presStyleIdx="0" presStyleCnt="2">
        <dgm:presLayoutVars>
          <dgm:chMax val="1"/>
          <dgm:chPref val="1"/>
        </dgm:presLayoutVars>
      </dgm:prSet>
      <dgm:spPr/>
    </dgm:pt>
    <dgm:pt modelId="{394B7009-FF82-41D6-B1E0-6BE3F33A325B}" type="pres">
      <dgm:prSet presAssocID="{ABBFDEFE-4D77-4952-9D3A-9BA713621FA9}" presName="sibTrans" presStyleCnt="0"/>
      <dgm:spPr/>
    </dgm:pt>
    <dgm:pt modelId="{4FFF0858-4F9F-4FD4-819D-C70F388694F0}" type="pres">
      <dgm:prSet presAssocID="{81DF3B04-5F11-476A-B87F-B7F4B973DE62}" presName="compNode" presStyleCnt="0"/>
      <dgm:spPr/>
    </dgm:pt>
    <dgm:pt modelId="{9A7EBAD5-A59D-4110-8B95-9C26BE504A7F}" type="pres">
      <dgm:prSet presAssocID="{81DF3B04-5F11-476A-B87F-B7F4B973DE62}" presName="iconBgRect" presStyleLbl="bgShp" presStyleIdx="1" presStyleCnt="2"/>
      <dgm:spPr/>
    </dgm:pt>
    <dgm:pt modelId="{618BDF61-E1F0-4972-939B-E72DEE65A001}" type="pres">
      <dgm:prSet presAssocID="{81DF3B04-5F11-476A-B87F-B7F4B973DE6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te"/>
        </a:ext>
      </dgm:extLst>
    </dgm:pt>
    <dgm:pt modelId="{9810A957-3F94-4B43-B576-4B6E804D02B0}" type="pres">
      <dgm:prSet presAssocID="{81DF3B04-5F11-476A-B87F-B7F4B973DE62}" presName="spaceRect" presStyleCnt="0"/>
      <dgm:spPr/>
    </dgm:pt>
    <dgm:pt modelId="{ACE4856C-0DF1-4934-949B-9818C608C5AC}" type="pres">
      <dgm:prSet presAssocID="{81DF3B04-5F11-476A-B87F-B7F4B973DE62}" presName="textRect" presStyleLbl="revTx" presStyleIdx="1" presStyleCnt="2" custScaleX="145882">
        <dgm:presLayoutVars>
          <dgm:chMax val="1"/>
          <dgm:chPref val="1"/>
        </dgm:presLayoutVars>
      </dgm:prSet>
      <dgm:spPr/>
    </dgm:pt>
  </dgm:ptLst>
  <dgm:cxnLst>
    <dgm:cxn modelId="{0DA82B12-1C20-4BAF-9AA7-D916394AC73F}" type="presOf" srcId="{81DF3B04-5F11-476A-B87F-B7F4B973DE62}" destId="{ACE4856C-0DF1-4934-949B-9818C608C5AC}" srcOrd="0" destOrd="0" presId="urn:microsoft.com/office/officeart/2018/5/layout/IconCircleLabelList"/>
    <dgm:cxn modelId="{CBC6AD1D-AEDF-473E-A936-5C793A8D66CD}" type="presOf" srcId="{B719B534-F48A-446E-B3F6-F02BB0885214}" destId="{F762F12E-1080-484E-B902-A07514D4C018}" srcOrd="0" destOrd="0" presId="urn:microsoft.com/office/officeart/2018/5/layout/IconCircleLabelList"/>
    <dgm:cxn modelId="{F1BAAA47-1033-4082-A39C-D8ABB7D9AE78}" srcId="{6EE6AC07-B772-4F44-981E-890FD914B113}" destId="{81DF3B04-5F11-476A-B87F-B7F4B973DE62}" srcOrd="1" destOrd="0" parTransId="{0260159F-E464-4774-B85F-9E2E55A7672F}" sibTransId="{4F4A5CEB-8E34-45B8-95D4-23B030641BBC}"/>
    <dgm:cxn modelId="{DC39C154-47E7-4D99-B106-7C9849AE2024}" srcId="{6EE6AC07-B772-4F44-981E-890FD914B113}" destId="{B719B534-F48A-446E-B3F6-F02BB0885214}" srcOrd="0" destOrd="0" parTransId="{2014E519-A117-4848-985B-856FCC3890EF}" sibTransId="{ABBFDEFE-4D77-4952-9D3A-9BA713621FA9}"/>
    <dgm:cxn modelId="{81FD7DB3-E084-4EB1-A200-F0F9F36CD752}" type="presOf" srcId="{6EE6AC07-B772-4F44-981E-890FD914B113}" destId="{498EFF7F-5D67-47AB-BCB0-AB9E5CB8769D}" srcOrd="0" destOrd="0" presId="urn:microsoft.com/office/officeart/2018/5/layout/IconCircleLabelList"/>
    <dgm:cxn modelId="{D8E739C3-375F-4FCA-8C56-4D860472EC21}" type="presParOf" srcId="{498EFF7F-5D67-47AB-BCB0-AB9E5CB8769D}" destId="{EDC4C5C9-7C2E-402F-9186-4381C93044BC}" srcOrd="0" destOrd="0" presId="urn:microsoft.com/office/officeart/2018/5/layout/IconCircleLabelList"/>
    <dgm:cxn modelId="{4B7A75A6-B0F5-4CCA-9909-1DF4C2DD84A0}" type="presParOf" srcId="{EDC4C5C9-7C2E-402F-9186-4381C93044BC}" destId="{BE0B343A-AEAA-4062-AC9C-5B77456071AF}" srcOrd="0" destOrd="0" presId="urn:microsoft.com/office/officeart/2018/5/layout/IconCircleLabelList"/>
    <dgm:cxn modelId="{BD4DBAD9-DBD0-46FE-90B3-ABD81975C204}" type="presParOf" srcId="{EDC4C5C9-7C2E-402F-9186-4381C93044BC}" destId="{738F221D-CEEE-486D-A5FB-386094C76BE6}" srcOrd="1" destOrd="0" presId="urn:microsoft.com/office/officeart/2018/5/layout/IconCircleLabelList"/>
    <dgm:cxn modelId="{7302BA12-0B39-46BB-8B3C-3E486C202B5A}" type="presParOf" srcId="{EDC4C5C9-7C2E-402F-9186-4381C93044BC}" destId="{0B21E001-FA70-4EAC-9986-E2CACA02DDA0}" srcOrd="2" destOrd="0" presId="urn:microsoft.com/office/officeart/2018/5/layout/IconCircleLabelList"/>
    <dgm:cxn modelId="{63F3DE2D-1265-4E3B-BEDC-921BF08D3165}" type="presParOf" srcId="{EDC4C5C9-7C2E-402F-9186-4381C93044BC}" destId="{F762F12E-1080-484E-B902-A07514D4C018}" srcOrd="3" destOrd="0" presId="urn:microsoft.com/office/officeart/2018/5/layout/IconCircleLabelList"/>
    <dgm:cxn modelId="{40553AF6-BC8F-4AF5-8199-984C112DAE17}" type="presParOf" srcId="{498EFF7F-5D67-47AB-BCB0-AB9E5CB8769D}" destId="{394B7009-FF82-41D6-B1E0-6BE3F33A325B}" srcOrd="1" destOrd="0" presId="urn:microsoft.com/office/officeart/2018/5/layout/IconCircleLabelList"/>
    <dgm:cxn modelId="{BDB2A3A0-CED7-4494-9FD9-9DECF2F3257C}" type="presParOf" srcId="{498EFF7F-5D67-47AB-BCB0-AB9E5CB8769D}" destId="{4FFF0858-4F9F-4FD4-819D-C70F388694F0}" srcOrd="2" destOrd="0" presId="urn:microsoft.com/office/officeart/2018/5/layout/IconCircleLabelList"/>
    <dgm:cxn modelId="{90A3EF89-A655-4799-85E1-0595C4258E99}" type="presParOf" srcId="{4FFF0858-4F9F-4FD4-819D-C70F388694F0}" destId="{9A7EBAD5-A59D-4110-8B95-9C26BE504A7F}" srcOrd="0" destOrd="0" presId="urn:microsoft.com/office/officeart/2018/5/layout/IconCircleLabelList"/>
    <dgm:cxn modelId="{773AB9EB-9B85-4DAE-B643-F46265781E73}" type="presParOf" srcId="{4FFF0858-4F9F-4FD4-819D-C70F388694F0}" destId="{618BDF61-E1F0-4972-939B-E72DEE65A001}" srcOrd="1" destOrd="0" presId="urn:microsoft.com/office/officeart/2018/5/layout/IconCircleLabelList"/>
    <dgm:cxn modelId="{9D17D1E7-2691-4E1D-BF6B-7187009671D8}" type="presParOf" srcId="{4FFF0858-4F9F-4FD4-819D-C70F388694F0}" destId="{9810A957-3F94-4B43-B576-4B6E804D02B0}" srcOrd="2" destOrd="0" presId="urn:microsoft.com/office/officeart/2018/5/layout/IconCircleLabelList"/>
    <dgm:cxn modelId="{4D784D4F-D94C-426F-AB51-83FA920A4AFD}" type="presParOf" srcId="{4FFF0858-4F9F-4FD4-819D-C70F388694F0}" destId="{ACE4856C-0DF1-4934-949B-9818C608C5A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A7717AB-AB8B-48DC-BB53-01097B65136D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6B05DEB1-9833-4436-8FD5-361BC577054C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kern="1200" dirty="0" err="1"/>
            <a:t>Reduces</a:t>
          </a:r>
          <a:r>
            <a:rPr lang="it-IT" kern="1200" dirty="0"/>
            <a:t> the power of </a:t>
          </a:r>
          <a:r>
            <a:rPr lang="it-IT" kern="1200" dirty="0" err="1"/>
            <a:t>individual</a:t>
          </a:r>
          <a:r>
            <a:rPr lang="it-IT" kern="1200" dirty="0"/>
            <a:t> </a:t>
          </a:r>
          <a:r>
            <a:rPr lang="it-IT" kern="1200" dirty="0" err="1"/>
            <a:t>validators</a:t>
          </a:r>
          <a:endParaRPr lang="en-US" b="0" i="0" u="none" strike="noStrike" kern="1200" baseline="0" dirty="0">
            <a:latin typeface="Aptos"/>
            <a:ea typeface="+mn-ea"/>
            <a:cs typeface="+mn-cs"/>
          </a:endParaRPr>
        </a:p>
      </dgm:t>
    </dgm:pt>
    <dgm:pt modelId="{2428F3CD-72A1-48D0-8985-3EAAB110B20A}" type="parTrans" cxnId="{CD40D397-DA44-46BE-87D2-1B6B490DD8C0}">
      <dgm:prSet/>
      <dgm:spPr/>
      <dgm:t>
        <a:bodyPr/>
        <a:lstStyle/>
        <a:p>
          <a:endParaRPr lang="en-US"/>
        </a:p>
      </dgm:t>
    </dgm:pt>
    <dgm:pt modelId="{E15A4C02-EE54-42A4-8EB5-C1F9CDEF939F}" type="sibTrans" cxnId="{CD40D397-DA44-46BE-87D2-1B6B490DD8C0}">
      <dgm:prSet/>
      <dgm:spPr/>
      <dgm:t>
        <a:bodyPr/>
        <a:lstStyle/>
        <a:p>
          <a:endParaRPr lang="en-US"/>
        </a:p>
      </dgm:t>
    </dgm:pt>
    <dgm:pt modelId="{A089A784-0298-482E-BE46-083DF2E4ADC1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kern="1200" dirty="0" err="1"/>
            <a:t>Introduces</a:t>
          </a:r>
          <a:r>
            <a:rPr lang="it-IT" kern="1200" dirty="0"/>
            <a:t> new </a:t>
          </a:r>
          <a:r>
            <a:rPr lang="it-IT" kern="1200" dirty="0" err="1"/>
            <a:t>centralization</a:t>
          </a:r>
          <a:r>
            <a:rPr lang="it-IT" kern="1200" dirty="0"/>
            <a:t> risks </a:t>
          </a:r>
          <a:r>
            <a:rPr lang="it-IT" kern="1200" dirty="0" err="1"/>
            <a:t>around</a:t>
          </a:r>
          <a:r>
            <a:rPr lang="it-IT" kern="1200" dirty="0"/>
            <a:t> </a:t>
          </a:r>
          <a:r>
            <a:rPr lang="it-IT" kern="1200" dirty="0" err="1"/>
            <a:t>relays</a:t>
          </a:r>
          <a:r>
            <a:rPr lang="it-IT" kern="1200" dirty="0"/>
            <a:t> and builders</a:t>
          </a:r>
          <a:endParaRPr lang="en-US" b="0" i="0" u="none" strike="noStrike" kern="1200" baseline="0" dirty="0">
            <a:latin typeface="Aptos"/>
            <a:ea typeface="+mn-ea"/>
            <a:cs typeface="+mn-cs"/>
          </a:endParaRPr>
        </a:p>
      </dgm:t>
    </dgm:pt>
    <dgm:pt modelId="{0513647B-F7A4-422F-8A58-6FF8341ACEB3}" type="parTrans" cxnId="{0D1114D7-6D05-47E0-A392-B2590A5C9C36}">
      <dgm:prSet/>
      <dgm:spPr/>
      <dgm:t>
        <a:bodyPr/>
        <a:lstStyle/>
        <a:p>
          <a:endParaRPr lang="en-US"/>
        </a:p>
      </dgm:t>
    </dgm:pt>
    <dgm:pt modelId="{E2738ED8-6E29-4C63-99CA-553C9FC91CF3}" type="sibTrans" cxnId="{0D1114D7-6D05-47E0-A392-B2590A5C9C36}">
      <dgm:prSet/>
      <dgm:spPr/>
      <dgm:t>
        <a:bodyPr/>
        <a:lstStyle/>
        <a:p>
          <a:endParaRPr lang="en-US"/>
        </a:p>
      </dgm:t>
    </dgm:pt>
    <dgm:pt modelId="{588F6651-B4FD-4A4D-A4C3-B30F2C44601A}" type="pres">
      <dgm:prSet presAssocID="{FA7717AB-AB8B-48DC-BB53-01097B65136D}" presName="root" presStyleCnt="0">
        <dgm:presLayoutVars>
          <dgm:dir/>
          <dgm:resizeHandles val="exact"/>
        </dgm:presLayoutVars>
      </dgm:prSet>
      <dgm:spPr/>
    </dgm:pt>
    <dgm:pt modelId="{3B77BB8B-AE4E-4505-94C6-CA32199937C2}" type="pres">
      <dgm:prSet presAssocID="{6B05DEB1-9833-4436-8FD5-361BC577054C}" presName="compNode" presStyleCnt="0"/>
      <dgm:spPr/>
    </dgm:pt>
    <dgm:pt modelId="{495A5420-2158-4EA6-8596-0973CED6F780}" type="pres">
      <dgm:prSet presAssocID="{6B05DEB1-9833-4436-8FD5-361BC577054C}" presName="bgRect" presStyleLbl="bgShp" presStyleIdx="0" presStyleCnt="2"/>
      <dgm:spPr/>
    </dgm:pt>
    <dgm:pt modelId="{14608061-0308-46F4-930B-355B7B3B5C8A}" type="pres">
      <dgm:prSet presAssocID="{6B05DEB1-9833-4436-8FD5-361BC577054C}" presName="iconRect" presStyleLbl="node1" presStyleIdx="0" presStyleCnt="2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locca"/>
        </a:ext>
      </dgm:extLst>
    </dgm:pt>
    <dgm:pt modelId="{BF2F2FC5-1BE0-4696-BCBD-C20A678074D5}" type="pres">
      <dgm:prSet presAssocID="{6B05DEB1-9833-4436-8FD5-361BC577054C}" presName="spaceRect" presStyleCnt="0"/>
      <dgm:spPr/>
    </dgm:pt>
    <dgm:pt modelId="{BE584142-51CD-4ED8-9373-75D863E141A8}" type="pres">
      <dgm:prSet presAssocID="{6B05DEB1-9833-4436-8FD5-361BC577054C}" presName="parTx" presStyleLbl="revTx" presStyleIdx="0" presStyleCnt="2">
        <dgm:presLayoutVars>
          <dgm:chMax val="0"/>
          <dgm:chPref val="0"/>
        </dgm:presLayoutVars>
      </dgm:prSet>
      <dgm:spPr/>
    </dgm:pt>
    <dgm:pt modelId="{02C849EB-2D45-4DC2-B14D-81469CB0EA26}" type="pres">
      <dgm:prSet presAssocID="{E15A4C02-EE54-42A4-8EB5-C1F9CDEF939F}" presName="sibTrans" presStyleCnt="0"/>
      <dgm:spPr/>
    </dgm:pt>
    <dgm:pt modelId="{24D0D395-1214-4107-B679-F0EBF69474C5}" type="pres">
      <dgm:prSet presAssocID="{A089A784-0298-482E-BE46-083DF2E4ADC1}" presName="compNode" presStyleCnt="0"/>
      <dgm:spPr/>
    </dgm:pt>
    <dgm:pt modelId="{201BF106-0E7D-408C-8B70-494EACE32993}" type="pres">
      <dgm:prSet presAssocID="{A089A784-0298-482E-BE46-083DF2E4ADC1}" presName="bgRect" presStyleLbl="bgShp" presStyleIdx="1" presStyleCnt="2"/>
      <dgm:spPr/>
    </dgm:pt>
    <dgm:pt modelId="{E1B5494D-AF3C-4149-8FD6-6E264F3CE22A}" type="pres">
      <dgm:prSet presAssocID="{A089A784-0298-482E-BE46-083DF2E4ADC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iudi con riempimento a tinta unita"/>
        </a:ext>
      </dgm:extLst>
    </dgm:pt>
    <dgm:pt modelId="{DA7AEB95-47EF-47D0-BC59-F84F1EFC40F4}" type="pres">
      <dgm:prSet presAssocID="{A089A784-0298-482E-BE46-083DF2E4ADC1}" presName="spaceRect" presStyleCnt="0"/>
      <dgm:spPr/>
    </dgm:pt>
    <dgm:pt modelId="{BFF2CC1C-5E14-422D-AD07-E13949210A30}" type="pres">
      <dgm:prSet presAssocID="{A089A784-0298-482E-BE46-083DF2E4ADC1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7BA0F90D-048F-4ACA-AD56-F19F620C0D8D}" type="presOf" srcId="{A089A784-0298-482E-BE46-083DF2E4ADC1}" destId="{BFF2CC1C-5E14-422D-AD07-E13949210A30}" srcOrd="0" destOrd="0" presId="urn:microsoft.com/office/officeart/2018/2/layout/IconVerticalSolidList"/>
    <dgm:cxn modelId="{1C31E18B-1294-44E7-86C6-E88185553CD5}" type="presOf" srcId="{6B05DEB1-9833-4436-8FD5-361BC577054C}" destId="{BE584142-51CD-4ED8-9373-75D863E141A8}" srcOrd="0" destOrd="0" presId="urn:microsoft.com/office/officeart/2018/2/layout/IconVerticalSolidList"/>
    <dgm:cxn modelId="{CD40D397-DA44-46BE-87D2-1B6B490DD8C0}" srcId="{FA7717AB-AB8B-48DC-BB53-01097B65136D}" destId="{6B05DEB1-9833-4436-8FD5-361BC577054C}" srcOrd="0" destOrd="0" parTransId="{2428F3CD-72A1-48D0-8985-3EAAB110B20A}" sibTransId="{E15A4C02-EE54-42A4-8EB5-C1F9CDEF939F}"/>
    <dgm:cxn modelId="{E7127AB9-D720-4444-B560-175826D90CAF}" type="presOf" srcId="{FA7717AB-AB8B-48DC-BB53-01097B65136D}" destId="{588F6651-B4FD-4A4D-A4C3-B30F2C44601A}" srcOrd="0" destOrd="0" presId="urn:microsoft.com/office/officeart/2018/2/layout/IconVerticalSolidList"/>
    <dgm:cxn modelId="{0D1114D7-6D05-47E0-A392-B2590A5C9C36}" srcId="{FA7717AB-AB8B-48DC-BB53-01097B65136D}" destId="{A089A784-0298-482E-BE46-083DF2E4ADC1}" srcOrd="1" destOrd="0" parTransId="{0513647B-F7A4-422F-8A58-6FF8341ACEB3}" sibTransId="{E2738ED8-6E29-4C63-99CA-553C9FC91CF3}"/>
    <dgm:cxn modelId="{261632C2-B7D4-45CC-94C0-12886F4744D5}" type="presParOf" srcId="{588F6651-B4FD-4A4D-A4C3-B30F2C44601A}" destId="{3B77BB8B-AE4E-4505-94C6-CA32199937C2}" srcOrd="0" destOrd="0" presId="urn:microsoft.com/office/officeart/2018/2/layout/IconVerticalSolidList"/>
    <dgm:cxn modelId="{676C370F-979F-4A8B-AFCD-6AAE87E7EB46}" type="presParOf" srcId="{3B77BB8B-AE4E-4505-94C6-CA32199937C2}" destId="{495A5420-2158-4EA6-8596-0973CED6F780}" srcOrd="0" destOrd="0" presId="urn:microsoft.com/office/officeart/2018/2/layout/IconVerticalSolidList"/>
    <dgm:cxn modelId="{491FB2E8-29AC-4D7C-A44E-A368BFC26799}" type="presParOf" srcId="{3B77BB8B-AE4E-4505-94C6-CA32199937C2}" destId="{14608061-0308-46F4-930B-355B7B3B5C8A}" srcOrd="1" destOrd="0" presId="urn:microsoft.com/office/officeart/2018/2/layout/IconVerticalSolidList"/>
    <dgm:cxn modelId="{5884F32E-2DCE-4BE7-A0C2-F5495966EA91}" type="presParOf" srcId="{3B77BB8B-AE4E-4505-94C6-CA32199937C2}" destId="{BF2F2FC5-1BE0-4696-BCBD-C20A678074D5}" srcOrd="2" destOrd="0" presId="urn:microsoft.com/office/officeart/2018/2/layout/IconVerticalSolidList"/>
    <dgm:cxn modelId="{2470D690-A3D8-41D4-9F90-EE4E4AAED01C}" type="presParOf" srcId="{3B77BB8B-AE4E-4505-94C6-CA32199937C2}" destId="{BE584142-51CD-4ED8-9373-75D863E141A8}" srcOrd="3" destOrd="0" presId="urn:microsoft.com/office/officeart/2018/2/layout/IconVerticalSolidList"/>
    <dgm:cxn modelId="{B889DA97-0BB7-4E8C-895B-9862E675D60D}" type="presParOf" srcId="{588F6651-B4FD-4A4D-A4C3-B30F2C44601A}" destId="{02C849EB-2D45-4DC2-B14D-81469CB0EA26}" srcOrd="1" destOrd="0" presId="urn:microsoft.com/office/officeart/2018/2/layout/IconVerticalSolidList"/>
    <dgm:cxn modelId="{DE974701-D10A-4ABE-9CC0-9914EFA868FE}" type="presParOf" srcId="{588F6651-B4FD-4A4D-A4C3-B30F2C44601A}" destId="{24D0D395-1214-4107-B679-F0EBF69474C5}" srcOrd="2" destOrd="0" presId="urn:microsoft.com/office/officeart/2018/2/layout/IconVerticalSolidList"/>
    <dgm:cxn modelId="{8581AD1A-4354-42BA-BA06-1086B19BDA71}" type="presParOf" srcId="{24D0D395-1214-4107-B679-F0EBF69474C5}" destId="{201BF106-0E7D-408C-8B70-494EACE32993}" srcOrd="0" destOrd="0" presId="urn:microsoft.com/office/officeart/2018/2/layout/IconVerticalSolidList"/>
    <dgm:cxn modelId="{E071DEAE-321A-4447-AF8A-6AD2E4798D96}" type="presParOf" srcId="{24D0D395-1214-4107-B679-F0EBF69474C5}" destId="{E1B5494D-AF3C-4149-8FD6-6E264F3CE22A}" srcOrd="1" destOrd="0" presId="urn:microsoft.com/office/officeart/2018/2/layout/IconVerticalSolidList"/>
    <dgm:cxn modelId="{BA769519-78DD-4246-A575-BD5BC86900AE}" type="presParOf" srcId="{24D0D395-1214-4107-B679-F0EBF69474C5}" destId="{DA7AEB95-47EF-47D0-BC59-F84F1EFC40F4}" srcOrd="2" destOrd="0" presId="urn:microsoft.com/office/officeart/2018/2/layout/IconVerticalSolidList"/>
    <dgm:cxn modelId="{3F1D59EA-E736-4D59-8B98-C71A617F3D08}" type="presParOf" srcId="{24D0D395-1214-4107-B679-F0EBF69474C5}" destId="{BFF2CC1C-5E14-422D-AD07-E13949210A3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68A692-0D86-4283-A9A4-E11ED2F04E6D}">
      <dsp:nvSpPr>
        <dsp:cNvPr id="0" name=""/>
        <dsp:cNvSpPr/>
      </dsp:nvSpPr>
      <dsp:spPr>
        <a:xfrm>
          <a:off x="0" y="0"/>
          <a:ext cx="6495847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19FE53-2E1A-48C8-89C1-5B7FDA4C0A09}">
      <dsp:nvSpPr>
        <dsp:cNvPr id="0" name=""/>
        <dsp:cNvSpPr/>
      </dsp:nvSpPr>
      <dsp:spPr>
        <a:xfrm>
          <a:off x="0" y="0"/>
          <a:ext cx="1299169" cy="2589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Two major categories:</a:t>
          </a:r>
        </a:p>
      </dsp:txBody>
      <dsp:txXfrm>
        <a:off x="0" y="0"/>
        <a:ext cx="1299169" cy="2589913"/>
      </dsp:txXfrm>
    </dsp:sp>
    <dsp:sp modelId="{DECCFF63-42FF-49C1-B06C-B18FB6CA3497}">
      <dsp:nvSpPr>
        <dsp:cNvPr id="0" name=""/>
        <dsp:cNvSpPr/>
      </dsp:nvSpPr>
      <dsp:spPr>
        <a:xfrm>
          <a:off x="1396607" y="60195"/>
          <a:ext cx="5099239" cy="12039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Prevention/Reduction</a:t>
          </a:r>
          <a:r>
            <a:rPr lang="en-US" sz="2000" kern="1200" dirty="0"/>
            <a:t>: try to eliminate or reduce MEV </a:t>
          </a:r>
          <a:r>
            <a:rPr lang="en-US" sz="2000" u="none" kern="1200" dirty="0"/>
            <a:t>opportunities</a:t>
          </a:r>
          <a:r>
            <a:rPr lang="en-US" sz="2000" kern="1200" dirty="0"/>
            <a:t>.</a:t>
          </a:r>
        </a:p>
      </dsp:txBody>
      <dsp:txXfrm>
        <a:off x="1396607" y="60195"/>
        <a:ext cx="5099239" cy="1203904"/>
      </dsp:txXfrm>
    </dsp:sp>
    <dsp:sp modelId="{80043FBF-385E-4734-A4C7-1762DB2EB47C}">
      <dsp:nvSpPr>
        <dsp:cNvPr id="0" name=""/>
        <dsp:cNvSpPr/>
      </dsp:nvSpPr>
      <dsp:spPr>
        <a:xfrm>
          <a:off x="1299169" y="1264100"/>
          <a:ext cx="5196677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4839BB-E116-4742-8B8F-5935B3BDC5C7}">
      <dsp:nvSpPr>
        <dsp:cNvPr id="0" name=""/>
        <dsp:cNvSpPr/>
      </dsp:nvSpPr>
      <dsp:spPr>
        <a:xfrm>
          <a:off x="1396607" y="1324295"/>
          <a:ext cx="5099239" cy="12039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Side-effects Reduction</a:t>
          </a:r>
          <a:r>
            <a:rPr lang="en-US" sz="2000" kern="1200" dirty="0"/>
            <a:t>: try to reduce the negative effects.</a:t>
          </a:r>
        </a:p>
      </dsp:txBody>
      <dsp:txXfrm>
        <a:off x="1396607" y="1324295"/>
        <a:ext cx="5099239" cy="1203904"/>
      </dsp:txXfrm>
    </dsp:sp>
    <dsp:sp modelId="{2844D001-979B-4A6D-AD76-9D35809F495A}">
      <dsp:nvSpPr>
        <dsp:cNvPr id="0" name=""/>
        <dsp:cNvSpPr/>
      </dsp:nvSpPr>
      <dsp:spPr>
        <a:xfrm>
          <a:off x="1299169" y="2528200"/>
          <a:ext cx="5196677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5DBBEB-B92E-4386-B3F2-8AD902C7C5FF}">
      <dsp:nvSpPr>
        <dsp:cNvPr id="0" name=""/>
        <dsp:cNvSpPr/>
      </dsp:nvSpPr>
      <dsp:spPr>
        <a:xfrm>
          <a:off x="0" y="301581"/>
          <a:ext cx="7528923" cy="1197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4328" tIns="416560" rIns="584328" bIns="142240" numCol="1" spcCol="1270" anchor="t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Latency wars </a:t>
          </a:r>
          <a:endParaRPr lang="en-US" sz="2000" kern="1200">
            <a:latin typeface="Century Gothic" panose="020B0502020202020204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Spam attacks </a:t>
          </a:r>
          <a:endParaRPr lang="it-IT" sz="2000" kern="1200" dirty="0"/>
        </a:p>
      </dsp:txBody>
      <dsp:txXfrm>
        <a:off x="0" y="301581"/>
        <a:ext cx="7528923" cy="1197000"/>
      </dsp:txXfrm>
    </dsp:sp>
    <dsp:sp modelId="{E8CACAA7-05F1-4F09-AF32-80FD5C79AA60}">
      <dsp:nvSpPr>
        <dsp:cNvPr id="0" name=""/>
        <dsp:cNvSpPr/>
      </dsp:nvSpPr>
      <dsp:spPr>
        <a:xfrm>
          <a:off x="376446" y="6381"/>
          <a:ext cx="5270246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203" tIns="0" rIns="19920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new problems emerge: </a:t>
          </a:r>
        </a:p>
      </dsp:txBody>
      <dsp:txXfrm>
        <a:off x="405267" y="35202"/>
        <a:ext cx="5212604" cy="53275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86D489-FB5C-4ACE-B148-B14B66CD66E0}">
      <dsp:nvSpPr>
        <dsp:cNvPr id="0" name=""/>
        <dsp:cNvSpPr/>
      </dsp:nvSpPr>
      <dsp:spPr>
        <a:xfrm>
          <a:off x="0" y="323123"/>
          <a:ext cx="7494332" cy="5040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CDD511-BB4D-4C27-BC55-31EE8A684757}">
      <dsp:nvSpPr>
        <dsp:cNvPr id="0" name=""/>
        <dsp:cNvSpPr/>
      </dsp:nvSpPr>
      <dsp:spPr>
        <a:xfrm>
          <a:off x="374716" y="27923"/>
          <a:ext cx="6961957" cy="5904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288" tIns="0" rIns="198288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it-IT" sz="2000" i="1" kern="120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it-IT" sz="2000" b="0" i="1" kern="1200" smtClean="0">
                      <a:latin typeface="Cambria Math" panose="02040503050406030204" pitchFamily="18" charset="0"/>
                    </a:rPr>
                    <m:t>𝑡</m:t>
                  </m:r>
                </m:e>
                <m:sub>
                  <m:r>
                    <a:rPr lang="it-IT" sz="2000" b="0" i="1" kern="1200" smtClean="0">
                      <a:latin typeface="Cambria Math" panose="02040503050406030204" pitchFamily="18" charset="0"/>
                    </a:rPr>
                    <m:t>𝑖</m:t>
                  </m:r>
                </m:sub>
              </m:sSub>
            </m:oMath>
          </a14:m>
          <a:r>
            <a:rPr lang="it-IT" sz="2000" kern="1200" dirty="0"/>
            <a:t> = </a:t>
          </a:r>
          <a:r>
            <a:rPr lang="it-IT" sz="2000" kern="1200" dirty="0" err="1"/>
            <a:t>transaction</a:t>
          </a:r>
          <a:r>
            <a:rPr lang="it-IT" sz="2000" kern="1200" dirty="0"/>
            <a:t> </a:t>
          </a:r>
          <a:r>
            <a:rPr lang="it-IT" sz="2000" kern="1200" dirty="0" err="1"/>
            <a:t>arrival</a:t>
          </a:r>
          <a:r>
            <a:rPr lang="it-IT" sz="2000" kern="1200" dirty="0"/>
            <a:t> </a:t>
          </a:r>
          <a:r>
            <a:rPr lang="it-IT" sz="2000" kern="1200" dirty="0" err="1"/>
            <a:t>timestamp</a:t>
          </a:r>
          <a:endParaRPr lang="it-IT" sz="2000" kern="1200" dirty="0"/>
        </a:p>
      </dsp:txBody>
      <dsp:txXfrm>
        <a:off x="403537" y="56744"/>
        <a:ext cx="6904315" cy="532758"/>
      </dsp:txXfrm>
    </dsp:sp>
    <dsp:sp modelId="{DA459A87-60D8-4E44-99B8-F86E05ED13FA}">
      <dsp:nvSpPr>
        <dsp:cNvPr id="0" name=""/>
        <dsp:cNvSpPr/>
      </dsp:nvSpPr>
      <dsp:spPr>
        <a:xfrm>
          <a:off x="0" y="1230323"/>
          <a:ext cx="7494332" cy="5040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85D1AE-17A3-4F48-8850-94822253FA8A}">
      <dsp:nvSpPr>
        <dsp:cNvPr id="0" name=""/>
        <dsp:cNvSpPr/>
      </dsp:nvSpPr>
      <dsp:spPr>
        <a:xfrm>
          <a:off x="374716" y="935123"/>
          <a:ext cx="6957340" cy="5904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288" tIns="0" rIns="198288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it-IT" sz="2000" i="1" kern="120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it-IT" sz="2000" b="0" i="1" kern="1200" smtClean="0">
                      <a:latin typeface="Cambria Math" panose="02040503050406030204" pitchFamily="18" charset="0"/>
                    </a:rPr>
                    <m:t>𝑏</m:t>
                  </m:r>
                </m:e>
                <m:sub>
                  <m:r>
                    <a:rPr lang="it-IT" sz="2000" b="0" i="1" kern="1200" smtClean="0">
                      <a:latin typeface="Cambria Math" panose="02040503050406030204" pitchFamily="18" charset="0"/>
                    </a:rPr>
                    <m:t>𝑖</m:t>
                  </m:r>
                </m:sub>
              </m:sSub>
            </m:oMath>
          </a14:m>
          <a:r>
            <a:rPr lang="en-US" sz="2000" kern="1200" dirty="0"/>
            <a:t> = bid (the tip paid by the user to gain priority)</a:t>
          </a:r>
          <a:endParaRPr lang="it-IT" sz="2000" kern="1200" dirty="0"/>
        </a:p>
      </dsp:txBody>
      <dsp:txXfrm>
        <a:off x="403537" y="963944"/>
        <a:ext cx="6899698" cy="532758"/>
      </dsp:txXfrm>
    </dsp:sp>
    <dsp:sp modelId="{20A9E801-3324-40B1-9C22-7B8119752ED9}">
      <dsp:nvSpPr>
        <dsp:cNvPr id="0" name=""/>
        <dsp:cNvSpPr/>
      </dsp:nvSpPr>
      <dsp:spPr>
        <a:xfrm>
          <a:off x="0" y="2137523"/>
          <a:ext cx="7494332" cy="5040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26B723-9861-44E2-9798-E83709545C5A}">
      <dsp:nvSpPr>
        <dsp:cNvPr id="0" name=""/>
        <dsp:cNvSpPr/>
      </dsp:nvSpPr>
      <dsp:spPr>
        <a:xfrm>
          <a:off x="374716" y="1842323"/>
          <a:ext cx="6985826" cy="5904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288" tIns="0" rIns="198288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𝜋(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it-IT" sz="2000" i="1" kern="120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it-IT" sz="2000" b="0" i="1" kern="1200" smtClean="0">
                      <a:latin typeface="Cambria Math" panose="02040503050406030204" pitchFamily="18" charset="0"/>
                    </a:rPr>
                    <m:t>𝑏</m:t>
                  </m:r>
                </m:e>
                <m:sub>
                  <m:r>
                    <a:rPr lang="it-IT" sz="2000" b="0" i="1" kern="1200" smtClean="0">
                      <a:latin typeface="Cambria Math" panose="02040503050406030204" pitchFamily="18" charset="0"/>
                    </a:rPr>
                    <m:t>𝑖</m:t>
                  </m:r>
                </m:sub>
              </m:sSub>
            </m:oMath>
          </a14:m>
          <a:r>
            <a:rPr lang="en-US" sz="2000" kern="1200" dirty="0"/>
            <a:t>) = bid priority function</a:t>
          </a:r>
          <a:endParaRPr lang="it-IT" sz="2000" kern="1200" dirty="0"/>
        </a:p>
      </dsp:txBody>
      <dsp:txXfrm>
        <a:off x="403537" y="1871144"/>
        <a:ext cx="6928184" cy="53275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2DFA33-96C5-4ADF-AE6A-35559B388AE3}">
      <dsp:nvSpPr>
        <dsp:cNvPr id="0" name=""/>
        <dsp:cNvSpPr/>
      </dsp:nvSpPr>
      <dsp:spPr>
        <a:xfrm>
          <a:off x="0" y="1533"/>
          <a:ext cx="9250723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67C430-7DDE-4D20-9B9D-994679C40CE3}">
      <dsp:nvSpPr>
        <dsp:cNvPr id="0" name=""/>
        <dsp:cNvSpPr/>
      </dsp:nvSpPr>
      <dsp:spPr>
        <a:xfrm>
          <a:off x="0" y="0"/>
          <a:ext cx="9250723" cy="10455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/>
              <a:ea typeface="+mn-ea"/>
              <a:cs typeface="+mn-cs"/>
            </a:rPr>
            <a:t>Several nodes collaborate to decide transaction ordering instead of relying on a single operator. </a:t>
          </a:r>
          <a:endParaRPr lang="en-GB" sz="2400" kern="1200" noProof="1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entury Gothic" panose="020B0502020202020204"/>
            <a:ea typeface="+mn-ea"/>
            <a:cs typeface="+mn-cs"/>
          </a:endParaRPr>
        </a:p>
      </dsp:txBody>
      <dsp:txXfrm>
        <a:off x="0" y="0"/>
        <a:ext cx="9250723" cy="1045547"/>
      </dsp:txXfrm>
    </dsp:sp>
    <dsp:sp modelId="{66A3C529-44F3-4C22-9A20-D7276C7CAC47}">
      <dsp:nvSpPr>
        <dsp:cNvPr id="0" name=""/>
        <dsp:cNvSpPr/>
      </dsp:nvSpPr>
      <dsp:spPr>
        <a:xfrm>
          <a:off x="0" y="1047081"/>
          <a:ext cx="9250723" cy="0"/>
        </a:xfrm>
        <a:prstGeom prst="line">
          <a:avLst/>
        </a:prstGeom>
        <a:solidFill>
          <a:schemeClr val="accent5">
            <a:hueOff val="3118619"/>
            <a:satOff val="-2006"/>
            <a:lumOff val="1372"/>
            <a:alphaOff val="0"/>
          </a:schemeClr>
        </a:solidFill>
        <a:ln w="19050" cap="rnd" cmpd="sng" algn="ctr">
          <a:solidFill>
            <a:schemeClr val="accent5">
              <a:hueOff val="3118619"/>
              <a:satOff val="-2006"/>
              <a:lumOff val="137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3E5BD0-52EC-4245-9D86-6CD69D3AEED0}">
      <dsp:nvSpPr>
        <dsp:cNvPr id="0" name=""/>
        <dsp:cNvSpPr/>
      </dsp:nvSpPr>
      <dsp:spPr>
        <a:xfrm>
          <a:off x="0" y="1047081"/>
          <a:ext cx="9250723" cy="10455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noProof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/>
              <a:ea typeface="+mn-ea"/>
              <a:cs typeface="+mn-cs"/>
            </a:rPr>
            <a:t>Themis and Wendy: temporary leaders or synchronized timestamp across nodes</a:t>
          </a:r>
        </a:p>
      </dsp:txBody>
      <dsp:txXfrm>
        <a:off x="0" y="1047081"/>
        <a:ext cx="9250723" cy="1045547"/>
      </dsp:txXfrm>
    </dsp:sp>
    <dsp:sp modelId="{0748698C-D25C-4BF9-844E-D13628BC12BB}">
      <dsp:nvSpPr>
        <dsp:cNvPr id="0" name=""/>
        <dsp:cNvSpPr/>
      </dsp:nvSpPr>
      <dsp:spPr>
        <a:xfrm>
          <a:off x="0" y="2092628"/>
          <a:ext cx="9250723" cy="0"/>
        </a:xfrm>
        <a:prstGeom prst="line">
          <a:avLst/>
        </a:prstGeom>
        <a:solidFill>
          <a:schemeClr val="accent5">
            <a:hueOff val="6237238"/>
            <a:satOff val="-4013"/>
            <a:lumOff val="2744"/>
            <a:alphaOff val="0"/>
          </a:schemeClr>
        </a:solidFill>
        <a:ln w="19050" cap="rnd" cmpd="sng" algn="ctr">
          <a:solidFill>
            <a:schemeClr val="accent5">
              <a:hueOff val="6237238"/>
              <a:satOff val="-4013"/>
              <a:lumOff val="274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23DFA8-A85A-4398-B7F1-3218A71E99ED}">
      <dsp:nvSpPr>
        <dsp:cNvPr id="0" name=""/>
        <dsp:cNvSpPr/>
      </dsp:nvSpPr>
      <dsp:spPr>
        <a:xfrm>
          <a:off x="0" y="2092628"/>
          <a:ext cx="9250723" cy="10455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noProof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/>
              <a:ea typeface="+mn-ea"/>
              <a:cs typeface="+mn-cs"/>
            </a:rPr>
            <a:t>Require significant coordination and increase complexity and network overhead.</a:t>
          </a:r>
        </a:p>
      </dsp:txBody>
      <dsp:txXfrm>
        <a:off x="0" y="2092628"/>
        <a:ext cx="9250723" cy="104554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B056AC-B980-4FEE-8E2F-95BB4F817A8D}">
      <dsp:nvSpPr>
        <dsp:cNvPr id="0" name=""/>
        <dsp:cNvSpPr/>
      </dsp:nvSpPr>
      <dsp:spPr>
        <a:xfrm rot="5400000">
          <a:off x="5975716" y="-2853318"/>
          <a:ext cx="845839" cy="676714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Transactions are encrypted</a:t>
          </a:r>
          <a:endParaRPr lang="it-IT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Decryption key is distributed among multiple parties</a:t>
          </a:r>
          <a:endParaRPr lang="it-IT" sz="1600" kern="1200" dirty="0"/>
        </a:p>
      </dsp:txBody>
      <dsp:txXfrm rot="-5400000">
        <a:off x="3015065" y="148623"/>
        <a:ext cx="6725851" cy="763259"/>
      </dsp:txXfrm>
    </dsp:sp>
    <dsp:sp modelId="{28AD86E7-8144-4D70-9CD4-38A296CE6AAC}">
      <dsp:nvSpPr>
        <dsp:cNvPr id="0" name=""/>
        <dsp:cNvSpPr/>
      </dsp:nvSpPr>
      <dsp:spPr>
        <a:xfrm>
          <a:off x="719165" y="1601"/>
          <a:ext cx="2295900" cy="10572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Threshold Encryption</a:t>
          </a:r>
          <a:endParaRPr lang="it-IT" sz="2400" kern="1200" dirty="0"/>
        </a:p>
      </dsp:txBody>
      <dsp:txXfrm>
        <a:off x="770778" y="53214"/>
        <a:ext cx="2192674" cy="954073"/>
      </dsp:txXfrm>
    </dsp:sp>
    <dsp:sp modelId="{1464F420-30C5-4EF9-8FE2-8B97BA384E65}">
      <dsp:nvSpPr>
        <dsp:cNvPr id="0" name=""/>
        <dsp:cNvSpPr/>
      </dsp:nvSpPr>
      <dsp:spPr>
        <a:xfrm rot="5400000">
          <a:off x="6015342" y="-1743154"/>
          <a:ext cx="845839" cy="676714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The transaction remains encrypted for a certain period of time</a:t>
          </a:r>
          <a:endParaRPr lang="it-IT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Can only be obtained after solving a computational problem</a:t>
          </a:r>
          <a:endParaRPr lang="it-IT" sz="1600" kern="1200" dirty="0"/>
        </a:p>
      </dsp:txBody>
      <dsp:txXfrm rot="-5400000">
        <a:off x="3054691" y="1258787"/>
        <a:ext cx="6725851" cy="763259"/>
      </dsp:txXfrm>
    </dsp:sp>
    <dsp:sp modelId="{DE2088EE-38A1-4533-883F-078B177E039D}">
      <dsp:nvSpPr>
        <dsp:cNvPr id="0" name=""/>
        <dsp:cNvSpPr/>
      </dsp:nvSpPr>
      <dsp:spPr>
        <a:xfrm>
          <a:off x="719165" y="1111766"/>
          <a:ext cx="2335526" cy="10572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Delay Encryption</a:t>
          </a:r>
          <a:endParaRPr lang="it-IT" sz="2400" kern="1200" dirty="0"/>
        </a:p>
      </dsp:txBody>
      <dsp:txXfrm>
        <a:off x="770778" y="1163379"/>
        <a:ext cx="2232300" cy="954073"/>
      </dsp:txXfrm>
    </dsp:sp>
    <dsp:sp modelId="{8CF9B37C-531F-477E-9A34-B6A5B6DBD5B6}">
      <dsp:nvSpPr>
        <dsp:cNvPr id="0" name=""/>
        <dsp:cNvSpPr/>
      </dsp:nvSpPr>
      <dsp:spPr>
        <a:xfrm rot="5400000">
          <a:off x="6048002" y="-632989"/>
          <a:ext cx="845839" cy="676714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Transactions are processed inside protected enclaves</a:t>
          </a:r>
          <a:endParaRPr lang="it-IT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Published only after execution</a:t>
          </a:r>
          <a:endParaRPr lang="it-IT" sz="1600" kern="1200" dirty="0"/>
        </a:p>
      </dsp:txBody>
      <dsp:txXfrm rot="-5400000">
        <a:off x="3087351" y="2368952"/>
        <a:ext cx="6725851" cy="763259"/>
      </dsp:txXfrm>
    </dsp:sp>
    <dsp:sp modelId="{7A93E996-01DC-4918-816B-EB11EDF9F088}">
      <dsp:nvSpPr>
        <dsp:cNvPr id="0" name=""/>
        <dsp:cNvSpPr/>
      </dsp:nvSpPr>
      <dsp:spPr>
        <a:xfrm>
          <a:off x="719165" y="2221931"/>
          <a:ext cx="2368186" cy="10572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Trusted Execution Environments</a:t>
          </a:r>
          <a:endParaRPr lang="it-IT" sz="2400" kern="1200" dirty="0"/>
        </a:p>
      </dsp:txBody>
      <dsp:txXfrm>
        <a:off x="770778" y="2273544"/>
        <a:ext cx="2264960" cy="95407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0B343A-AEAA-4062-AC9C-5B77456071AF}">
      <dsp:nvSpPr>
        <dsp:cNvPr id="0" name=""/>
        <dsp:cNvSpPr/>
      </dsp:nvSpPr>
      <dsp:spPr>
        <a:xfrm>
          <a:off x="360963" y="243"/>
          <a:ext cx="917859" cy="917859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8F221D-CEEE-486D-A5FB-386094C76BE6}">
      <dsp:nvSpPr>
        <dsp:cNvPr id="0" name=""/>
        <dsp:cNvSpPr/>
      </dsp:nvSpPr>
      <dsp:spPr>
        <a:xfrm>
          <a:off x="556572" y="195853"/>
          <a:ext cx="526640" cy="52664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62F12E-1080-484E-B902-A07514D4C018}">
      <dsp:nvSpPr>
        <dsp:cNvPr id="0" name=""/>
        <dsp:cNvSpPr/>
      </dsp:nvSpPr>
      <dsp:spPr>
        <a:xfrm>
          <a:off x="67548" y="1203993"/>
          <a:ext cx="1504687" cy="620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900" b="0" i="0" kern="1200" dirty="0" err="1">
              <a:solidFill>
                <a:schemeClr val="tx1"/>
              </a:solidFill>
              <a:latin typeface="+mj-lt"/>
              <a:ea typeface="+mj-ea"/>
              <a:cs typeface="+mj-cs"/>
            </a:rPr>
            <a:t>who</a:t>
          </a:r>
          <a:r>
            <a:rPr lang="it-IT" sz="1900" b="0" i="0" kern="1200" dirty="0">
              <a:solidFill>
                <a:schemeClr val="tx1"/>
              </a:solidFill>
              <a:latin typeface="+mj-lt"/>
              <a:ea typeface="+mj-ea"/>
              <a:cs typeface="+mj-cs"/>
            </a:rPr>
            <a:t> builds the </a:t>
          </a:r>
          <a:r>
            <a:rPr lang="it-IT" sz="1900" b="0" i="0" kern="1200" dirty="0" err="1">
              <a:solidFill>
                <a:schemeClr val="tx1"/>
              </a:solidFill>
              <a:latin typeface="+mj-lt"/>
              <a:ea typeface="+mj-ea"/>
              <a:cs typeface="+mj-cs"/>
            </a:rPr>
            <a:t>block</a:t>
          </a:r>
          <a:endParaRPr lang="en-US" sz="1900" b="0" i="0" kern="1200" dirty="0">
            <a:solidFill>
              <a:schemeClr val="tx1"/>
            </a:solidFill>
            <a:latin typeface="+mj-lt"/>
            <a:ea typeface="+mj-ea"/>
            <a:cs typeface="+mj-cs"/>
          </a:endParaRPr>
        </a:p>
      </dsp:txBody>
      <dsp:txXfrm>
        <a:off x="67548" y="1203993"/>
        <a:ext cx="1504687" cy="620683"/>
      </dsp:txXfrm>
    </dsp:sp>
    <dsp:sp modelId="{9A7EBAD5-A59D-4110-8B95-9C26BE504A7F}">
      <dsp:nvSpPr>
        <dsp:cNvPr id="0" name=""/>
        <dsp:cNvSpPr/>
      </dsp:nvSpPr>
      <dsp:spPr>
        <a:xfrm>
          <a:off x="2474161" y="243"/>
          <a:ext cx="917859" cy="917859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8BDF61-E1F0-4972-939B-E72DEE65A001}">
      <dsp:nvSpPr>
        <dsp:cNvPr id="0" name=""/>
        <dsp:cNvSpPr/>
      </dsp:nvSpPr>
      <dsp:spPr>
        <a:xfrm>
          <a:off x="2669770" y="195853"/>
          <a:ext cx="526640" cy="52664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E4856C-0DF1-4934-949B-9818C608C5AC}">
      <dsp:nvSpPr>
        <dsp:cNvPr id="0" name=""/>
        <dsp:cNvSpPr/>
      </dsp:nvSpPr>
      <dsp:spPr>
        <a:xfrm>
          <a:off x="1835556" y="1203993"/>
          <a:ext cx="2195068" cy="620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900" b="0" i="0" kern="1200" cap="all" dirty="0" err="1">
              <a:solidFill>
                <a:prstClr val="black"/>
              </a:solidFill>
              <a:latin typeface="Century Gothic" panose="020B0502020202020204"/>
              <a:ea typeface="+mn-ea"/>
              <a:cs typeface="+mn-cs"/>
            </a:rPr>
            <a:t>who</a:t>
          </a:r>
          <a:r>
            <a:rPr lang="it-IT" sz="1900" b="0" i="0" kern="1200" cap="all" dirty="0">
              <a:solidFill>
                <a:prstClr val="black"/>
              </a:solidFill>
              <a:latin typeface="Century Gothic" panose="020B0502020202020204"/>
              <a:ea typeface="+mn-ea"/>
              <a:cs typeface="+mn-cs"/>
            </a:rPr>
            <a:t> </a:t>
          </a:r>
          <a:r>
            <a:rPr lang="it-IT" sz="1900" b="0" i="0" kern="1200" cap="all" dirty="0" err="1">
              <a:solidFill>
                <a:prstClr val="black"/>
              </a:solidFill>
              <a:latin typeface="Century Gothic" panose="020B0502020202020204"/>
              <a:ea typeface="+mn-ea"/>
              <a:cs typeface="+mn-cs"/>
            </a:rPr>
            <a:t>proposes</a:t>
          </a:r>
          <a:r>
            <a:rPr lang="it-IT" sz="1900" b="0" i="0" kern="1200" cap="all" dirty="0">
              <a:solidFill>
                <a:prstClr val="black"/>
              </a:solidFill>
              <a:latin typeface="Century Gothic" panose="020B0502020202020204"/>
              <a:ea typeface="+mn-ea"/>
              <a:cs typeface="+mn-cs"/>
            </a:rPr>
            <a:t> </a:t>
          </a:r>
          <a:r>
            <a:rPr lang="it-IT" sz="1900" b="0" i="0" kern="1200" cap="all" dirty="0" err="1">
              <a:solidFill>
                <a:prstClr val="black"/>
              </a:solidFill>
              <a:latin typeface="Century Gothic" panose="020B0502020202020204"/>
              <a:ea typeface="+mn-ea"/>
              <a:cs typeface="+mn-cs"/>
            </a:rPr>
            <a:t>it</a:t>
          </a:r>
          <a:r>
            <a:rPr lang="it-IT" sz="1900" b="0" i="0" kern="1200" cap="all" dirty="0">
              <a:solidFill>
                <a:prstClr val="black"/>
              </a:solidFill>
              <a:latin typeface="Century Gothic" panose="020B0502020202020204"/>
              <a:ea typeface="+mn-ea"/>
              <a:cs typeface="+mn-cs"/>
            </a:rPr>
            <a:t> to the network</a:t>
          </a:r>
          <a:endParaRPr lang="en-US" sz="1900" b="0" i="0" kern="1200" cap="all" dirty="0">
            <a:solidFill>
              <a:prstClr val="black"/>
            </a:solidFill>
            <a:latin typeface="Century Gothic" panose="020B0502020202020204"/>
            <a:ea typeface="+mn-ea"/>
            <a:cs typeface="+mn-cs"/>
          </a:endParaRPr>
        </a:p>
      </dsp:txBody>
      <dsp:txXfrm>
        <a:off x="1835556" y="1203993"/>
        <a:ext cx="2195068" cy="62068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5A5420-2158-4EA6-8596-0973CED6F780}">
      <dsp:nvSpPr>
        <dsp:cNvPr id="0" name=""/>
        <dsp:cNvSpPr/>
      </dsp:nvSpPr>
      <dsp:spPr>
        <a:xfrm>
          <a:off x="0" y="360578"/>
          <a:ext cx="5215914" cy="665683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608061-0308-46F4-930B-355B7B3B5C8A}">
      <dsp:nvSpPr>
        <dsp:cNvPr id="0" name=""/>
        <dsp:cNvSpPr/>
      </dsp:nvSpPr>
      <dsp:spPr>
        <a:xfrm>
          <a:off x="201369" y="510357"/>
          <a:ext cx="366125" cy="366125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584142-51CD-4ED8-9373-75D863E141A8}">
      <dsp:nvSpPr>
        <dsp:cNvPr id="0" name=""/>
        <dsp:cNvSpPr/>
      </dsp:nvSpPr>
      <dsp:spPr>
        <a:xfrm>
          <a:off x="768864" y="360578"/>
          <a:ext cx="4447049" cy="665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452" tIns="70452" rIns="70452" bIns="70452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 dirty="0" err="1"/>
            <a:t>Reduces</a:t>
          </a:r>
          <a:r>
            <a:rPr lang="it-IT" sz="1600" kern="1200" dirty="0"/>
            <a:t> the power of </a:t>
          </a:r>
          <a:r>
            <a:rPr lang="it-IT" sz="1600" kern="1200" dirty="0" err="1"/>
            <a:t>individual</a:t>
          </a:r>
          <a:r>
            <a:rPr lang="it-IT" sz="1600" kern="1200" dirty="0"/>
            <a:t> </a:t>
          </a:r>
          <a:r>
            <a:rPr lang="it-IT" sz="1600" kern="1200" dirty="0" err="1"/>
            <a:t>validators</a:t>
          </a:r>
          <a:endParaRPr lang="en-US" sz="1600" b="0" i="0" u="none" strike="noStrike" kern="1200" baseline="0" dirty="0">
            <a:latin typeface="Aptos"/>
            <a:ea typeface="+mn-ea"/>
            <a:cs typeface="+mn-cs"/>
          </a:endParaRPr>
        </a:p>
      </dsp:txBody>
      <dsp:txXfrm>
        <a:off x="768864" y="360578"/>
        <a:ext cx="4447049" cy="665683"/>
      </dsp:txXfrm>
    </dsp:sp>
    <dsp:sp modelId="{201BF106-0E7D-408C-8B70-494EACE32993}">
      <dsp:nvSpPr>
        <dsp:cNvPr id="0" name=""/>
        <dsp:cNvSpPr/>
      </dsp:nvSpPr>
      <dsp:spPr>
        <a:xfrm>
          <a:off x="0" y="1192682"/>
          <a:ext cx="5215914" cy="665683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B5494D-AF3C-4149-8FD6-6E264F3CE22A}">
      <dsp:nvSpPr>
        <dsp:cNvPr id="0" name=""/>
        <dsp:cNvSpPr/>
      </dsp:nvSpPr>
      <dsp:spPr>
        <a:xfrm>
          <a:off x="201369" y="1342461"/>
          <a:ext cx="366125" cy="3661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F2CC1C-5E14-422D-AD07-E13949210A30}">
      <dsp:nvSpPr>
        <dsp:cNvPr id="0" name=""/>
        <dsp:cNvSpPr/>
      </dsp:nvSpPr>
      <dsp:spPr>
        <a:xfrm>
          <a:off x="768864" y="1192682"/>
          <a:ext cx="4447049" cy="665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452" tIns="70452" rIns="70452" bIns="70452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 dirty="0" err="1"/>
            <a:t>Introduces</a:t>
          </a:r>
          <a:r>
            <a:rPr lang="it-IT" sz="1600" kern="1200" dirty="0"/>
            <a:t> new </a:t>
          </a:r>
          <a:r>
            <a:rPr lang="it-IT" sz="1600" kern="1200" dirty="0" err="1"/>
            <a:t>centralization</a:t>
          </a:r>
          <a:r>
            <a:rPr lang="it-IT" sz="1600" kern="1200" dirty="0"/>
            <a:t> risks </a:t>
          </a:r>
          <a:r>
            <a:rPr lang="it-IT" sz="1600" kern="1200" dirty="0" err="1"/>
            <a:t>around</a:t>
          </a:r>
          <a:r>
            <a:rPr lang="it-IT" sz="1600" kern="1200" dirty="0"/>
            <a:t> </a:t>
          </a:r>
          <a:r>
            <a:rPr lang="it-IT" sz="1600" kern="1200" dirty="0" err="1"/>
            <a:t>relays</a:t>
          </a:r>
          <a:r>
            <a:rPr lang="it-IT" sz="1600" kern="1200" dirty="0"/>
            <a:t> and builders</a:t>
          </a:r>
          <a:endParaRPr lang="en-US" sz="1600" b="0" i="0" u="none" strike="noStrike" kern="1200" baseline="0" dirty="0">
            <a:latin typeface="Aptos"/>
            <a:ea typeface="+mn-ea"/>
            <a:cs typeface="+mn-cs"/>
          </a:endParaRPr>
        </a:p>
      </dsp:txBody>
      <dsp:txXfrm>
        <a:off x="768864" y="1192682"/>
        <a:ext cx="4447049" cy="6656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423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720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583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9634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613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3931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988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472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268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902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0004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3560325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2643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3949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04247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0295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7605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0879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6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4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.xml"/><Relationship Id="rId3" Type="http://schemas.openxmlformats.org/officeDocument/2006/relationships/diagramLayout" Target="../diagrams/layout6.xml"/><Relationship Id="rId7" Type="http://schemas.openxmlformats.org/officeDocument/2006/relationships/diagramData" Target="../diagrams/data8.xml"/><Relationship Id="rId12" Type="http://schemas.openxmlformats.org/officeDocument/2006/relationships/image" Target="../media/image21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11" Type="http://schemas.microsoft.com/office/2007/relationships/diagramDrawing" Target="../diagrams/drawing7.xml"/><Relationship Id="rId5" Type="http://schemas.openxmlformats.org/officeDocument/2006/relationships/diagramColors" Target="../diagrams/colors6.xml"/><Relationship Id="rId10" Type="http://schemas.openxmlformats.org/officeDocument/2006/relationships/diagramColors" Target="../diagrams/colors7.xml"/><Relationship Id="rId4" Type="http://schemas.openxmlformats.org/officeDocument/2006/relationships/diagramQuickStyle" Target="../diagrams/quickStyle6.xml"/><Relationship Id="rId9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81C84B1-1CF2-8B43-11BF-4E0B738AF4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396093"/>
            <a:ext cx="8825658" cy="2393410"/>
          </a:xfrm>
        </p:spPr>
        <p:txBody>
          <a:bodyPr/>
          <a:lstStyle/>
          <a:p>
            <a:r>
              <a:rPr lang="it-IT" sz="3200" b="1" dirty="0"/>
              <a:t>Maximum </a:t>
            </a:r>
            <a:r>
              <a:rPr lang="it-IT" sz="3200" b="1" dirty="0" err="1"/>
              <a:t>Extractable</a:t>
            </a:r>
            <a:r>
              <a:rPr lang="it-IT" sz="3200" b="1" dirty="0"/>
              <a:t> Value (MEV) </a:t>
            </a:r>
            <a:r>
              <a:rPr lang="it-IT" sz="3200" b="1" dirty="0" err="1"/>
              <a:t>Mitigation</a:t>
            </a:r>
            <a:r>
              <a:rPr lang="it-IT" sz="3200" b="1" dirty="0"/>
              <a:t> </a:t>
            </a:r>
            <a:r>
              <a:rPr lang="it-IT" sz="3200" b="1" dirty="0" err="1"/>
              <a:t>Approaches</a:t>
            </a:r>
            <a:r>
              <a:rPr lang="it-IT" sz="3200" b="1" dirty="0"/>
              <a:t> in </a:t>
            </a:r>
            <a:r>
              <a:rPr lang="it-IT" sz="3200" b="1" dirty="0" err="1"/>
              <a:t>Ethereum</a:t>
            </a:r>
            <a:r>
              <a:rPr lang="it-IT" sz="3200" b="1" dirty="0"/>
              <a:t> and Layer-2 Chains: A Comprehensive Survey</a:t>
            </a:r>
            <a:endParaRPr lang="it-IT" b="1" i="1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011F436D-CC34-EA0A-F0E9-7767AB1059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MAGISTRELLO CAMILLA (4512554)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3C58705-CE39-B4C2-9181-966222519141}"/>
              </a:ext>
            </a:extLst>
          </p:cNvPr>
          <p:cNvSpPr txBox="1"/>
          <p:nvPr/>
        </p:nvSpPr>
        <p:spPr>
          <a:xfrm>
            <a:off x="1154955" y="3960276"/>
            <a:ext cx="63888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="1" i="1" dirty="0"/>
              <a:t>ZEINAB ALIPANAHLOO, ABDELHAKIM SENHAJI HAFID AND KAIWEN ZHANG (</a:t>
            </a:r>
            <a:r>
              <a:rPr lang="it-IT" sz="1800" b="1" i="1" dirty="0" err="1"/>
              <a:t>Member</a:t>
            </a:r>
            <a:r>
              <a:rPr lang="it-IT" sz="1800" b="1" i="1"/>
              <a:t>, IEEE 2024)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40006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E4E366E-272A-409E-840F-9A6A64A9E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21560C-E4AB-4287-A29C-3F691679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DF6CFF07-D953-4F9C-9A0E-E0A6AACB6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8DA19C0-E939-02E6-D463-0B7A32764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 sz="3700" b="1">
                <a:solidFill>
                  <a:schemeClr val="bg2"/>
                </a:solidFill>
                <a:latin typeface="Century Gothic"/>
                <a:cs typeface="Times New Roman"/>
              </a:rPr>
              <a:t>MITIGATION STRATEGIES</a:t>
            </a:r>
            <a:endParaRPr lang="it-IT" sz="3700">
              <a:solidFill>
                <a:srgbClr val="000000"/>
              </a:solidFill>
              <a:latin typeface="Century Gothic"/>
              <a:cs typeface="Times New Roman" panose="02020603050405020304" pitchFamily="18" charset="0"/>
            </a:endParaRPr>
          </a:p>
          <a:p>
            <a:pPr algn="r"/>
            <a:endParaRPr lang="it-IT" b="1" dirty="0">
              <a:solidFill>
                <a:schemeClr val="bg2"/>
              </a:solidFill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DAA4FEEE-0B5F-41BF-825D-60F9FB089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</p:sp>
      <p:graphicFrame>
        <p:nvGraphicFramePr>
          <p:cNvPr id="33" name="CasellaDiTesto 9">
            <a:extLst>
              <a:ext uri="{FF2B5EF4-FFF2-40B4-BE49-F238E27FC236}">
                <a16:creationId xmlns:a16="http://schemas.microsoft.com/office/drawing/2014/main" id="{E2E32D3B-D46E-833B-A40A-6D387C9CF8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0429647"/>
              </p:ext>
            </p:extLst>
          </p:nvPr>
        </p:nvGraphicFramePr>
        <p:xfrm>
          <a:off x="648930" y="2883728"/>
          <a:ext cx="6495847" cy="25899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Immagine 3">
            <a:extLst>
              <a:ext uri="{FF2B5EF4-FFF2-40B4-BE49-F238E27FC236}">
                <a16:creationId xmlns:a16="http://schemas.microsoft.com/office/drawing/2014/main" id="{9C1D9481-D6F0-92A3-0F6E-282987D2E5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8888" y="2732038"/>
            <a:ext cx="4372670" cy="3203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3204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E4E366E-272A-409E-840F-9A6A64A9E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21560C-E4AB-4287-A29C-3F691679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DF6CFF07-D953-4F9C-9A0E-E0A6AACB6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8DA19C0-E939-02E6-D463-0B7A32764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147" y="443576"/>
            <a:ext cx="9252154" cy="1016654"/>
          </a:xfrm>
        </p:spPr>
        <p:txBody>
          <a:bodyPr>
            <a:normAutofit fontScale="90000"/>
          </a:bodyPr>
          <a:lstStyle/>
          <a:p>
            <a:r>
              <a:rPr lang="it-IT" sz="4000" b="1" dirty="0">
                <a:solidFill>
                  <a:schemeClr val="bg2"/>
                </a:solidFill>
                <a:latin typeface="Aptos"/>
                <a:cs typeface="Times New Roman" panose="02020603050405020304" pitchFamily="18" charset="0"/>
              </a:rPr>
              <a:t>PREVENTION/REDUCTION: </a:t>
            </a:r>
            <a:br>
              <a:rPr lang="it-IT" sz="4000" b="1" dirty="0">
                <a:solidFill>
                  <a:schemeClr val="bg2"/>
                </a:solidFill>
                <a:latin typeface="Aptos"/>
                <a:cs typeface="Times New Roman" panose="02020603050405020304" pitchFamily="18" charset="0"/>
              </a:rPr>
            </a:br>
            <a:r>
              <a:rPr lang="it-IT" sz="4000" b="1" dirty="0">
                <a:solidFill>
                  <a:schemeClr val="bg2"/>
                </a:solidFill>
                <a:latin typeface="Aptos"/>
                <a:cs typeface="Times New Roman" panose="02020603050405020304" pitchFamily="18" charset="0"/>
              </a:rPr>
              <a:t>FAIR ORDERING POLICIES</a:t>
            </a: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DAA4FEEE-0B5F-41BF-825D-60F9FB089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CBBAACD8-2076-4EB5-14F2-F1C98CA1C886}"/>
              </a:ext>
            </a:extLst>
          </p:cNvPr>
          <p:cNvSpPr txBox="1"/>
          <p:nvPr/>
        </p:nvSpPr>
        <p:spPr>
          <a:xfrm>
            <a:off x="648345" y="2780436"/>
            <a:ext cx="10886240" cy="26776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it-IT" sz="2400" dirty="0" err="1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entury Gothic" panose="020B0502020202020204"/>
              </a:rPr>
              <a:t>If</a:t>
            </a:r>
            <a:r>
              <a:rPr lang="it-IT" sz="24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entury Gothic" panose="020B0502020202020204"/>
              </a:rPr>
              <a:t> the </a:t>
            </a:r>
            <a:r>
              <a:rPr lang="it-IT" sz="2400" dirty="0" err="1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entury Gothic" panose="020B0502020202020204"/>
              </a:rPr>
              <a:t>problem</a:t>
            </a:r>
            <a:r>
              <a:rPr lang="it-IT" sz="24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entury Gothic" panose="020B0502020202020204"/>
              </a:rPr>
              <a:t> </a:t>
            </a:r>
            <a:r>
              <a:rPr lang="it-IT" sz="2400" dirty="0" err="1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entury Gothic" panose="020B0502020202020204"/>
              </a:rPr>
              <a:t>arise</a:t>
            </a:r>
            <a:r>
              <a:rPr lang="it-IT" sz="24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entury Gothic" panose="020B0502020202020204"/>
              </a:rPr>
              <a:t> </a:t>
            </a:r>
            <a:r>
              <a:rPr lang="it-IT" sz="2400" dirty="0" err="1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entury Gothic" panose="020B0502020202020204"/>
              </a:rPr>
              <a:t>because</a:t>
            </a:r>
            <a:r>
              <a:rPr lang="it-IT" sz="24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entury Gothic" panose="020B0502020202020204"/>
              </a:rPr>
              <a:t> </a:t>
            </a:r>
            <a:r>
              <a:rPr lang="it-IT" sz="2400" dirty="0" err="1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entury Gothic" panose="020B0502020202020204"/>
              </a:rPr>
              <a:t>sequencer</a:t>
            </a:r>
            <a:r>
              <a:rPr lang="it-IT" sz="24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entury Gothic" panose="020B0502020202020204"/>
              </a:rPr>
              <a:t> can </a:t>
            </a:r>
            <a:r>
              <a:rPr lang="it-IT" sz="2400" dirty="0" err="1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entury Gothic" panose="020B0502020202020204"/>
              </a:rPr>
              <a:t>reorder</a:t>
            </a:r>
            <a:r>
              <a:rPr lang="it-IT" sz="24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entury Gothic" panose="020B0502020202020204"/>
              </a:rPr>
              <a:t> </a:t>
            </a:r>
            <a:r>
              <a:rPr lang="it-IT" sz="2400" dirty="0" err="1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entury Gothic" panose="020B0502020202020204"/>
              </a:rPr>
              <a:t>transaction</a:t>
            </a:r>
            <a:r>
              <a:rPr lang="it-IT" sz="24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entury Gothic" panose="020B0502020202020204"/>
              </a:rPr>
              <a:t> </a:t>
            </a:r>
            <a:r>
              <a:rPr lang="it-IT" sz="2400" dirty="0" err="1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entury Gothic" panose="020B0502020202020204"/>
              </a:rPr>
              <a:t>then</a:t>
            </a:r>
            <a:r>
              <a:rPr lang="it-IT" sz="24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entury Gothic" panose="020B0502020202020204"/>
              </a:rPr>
              <a:t> precise rule must be introduce.</a:t>
            </a:r>
          </a:p>
          <a:p>
            <a:endParaRPr lang="en-US" sz="24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/>
            </a:endParaRPr>
          </a:p>
          <a:p>
            <a:r>
              <a:rPr lang="en-US" sz="24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entury Gothic" panose="020B0502020202020204"/>
              </a:rPr>
              <a:t>Problems:</a:t>
            </a:r>
            <a:endParaRPr lang="it-IT" sz="24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entury Gothic" panose="020B0502020202020204"/>
              </a:rPr>
              <a:t>the sequencer could still censor or delay transactions;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entury Gothic" panose="020B0502020202020204"/>
              </a:rPr>
              <a:t>the sequencer could leak information to external bots;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entury Gothic" panose="020B0502020202020204"/>
              </a:rPr>
              <a:t>in systems with a single sequencer, a strong level of trust is still required</a:t>
            </a:r>
            <a:endParaRPr lang="it-IT" sz="24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1739473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E4E366E-272A-409E-840F-9A6A64A9E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21560C-E4AB-4287-A29C-3F691679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DF6CFF07-D953-4F9C-9A0E-E0A6AACB6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DAA4FEEE-0B5F-41BF-825D-60F9FB089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35565E4-1015-83AD-F860-E85B7013A419}"/>
              </a:ext>
            </a:extLst>
          </p:cNvPr>
          <p:cNvSpPr txBox="1"/>
          <p:nvPr/>
        </p:nvSpPr>
        <p:spPr>
          <a:xfrm>
            <a:off x="1063439" y="2581121"/>
            <a:ext cx="9982199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400" b="1" dirty="0">
                <a:ea typeface="+mn-lt"/>
                <a:cs typeface="+mn-lt"/>
              </a:rPr>
              <a:t>Single </a:t>
            </a:r>
            <a:r>
              <a:rPr lang="it-IT" sz="2400" b="1" dirty="0" err="1">
                <a:ea typeface="+mn-lt"/>
                <a:cs typeface="+mn-lt"/>
              </a:rPr>
              <a:t>Sequencer</a:t>
            </a:r>
            <a:endParaRPr lang="it-IT" sz="2400" b="1" dirty="0">
              <a:ea typeface="+mn-lt"/>
              <a:cs typeface="+mn-lt"/>
            </a:endParaRPr>
          </a:p>
          <a:p>
            <a:endParaRPr lang="it-IT" sz="2400" dirty="0">
              <a:ea typeface="+mn-lt"/>
              <a:cs typeface="+mn-lt"/>
            </a:endParaRPr>
          </a:p>
          <a:p>
            <a:r>
              <a:rPr lang="it-IT" sz="2400" i="1" u="sng" dirty="0">
                <a:ea typeface="+mn-lt"/>
                <a:cs typeface="+mn-lt"/>
              </a:rPr>
              <a:t>First Come First Serve policy</a:t>
            </a:r>
            <a:r>
              <a:rPr lang="it-IT" sz="2400" u="sng" dirty="0">
                <a:ea typeface="+mn-lt"/>
                <a:cs typeface="+mn-lt"/>
              </a:rPr>
              <a:t>:</a:t>
            </a:r>
          </a:p>
          <a:p>
            <a:pPr marL="285750" indent="-285750">
              <a:buFont typeface="Arial"/>
              <a:buChar char="•"/>
            </a:pPr>
            <a:r>
              <a:rPr lang="it-IT" sz="2400" dirty="0" err="1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entury Gothic" panose="020B0502020202020204"/>
              </a:rPr>
              <a:t>transactions</a:t>
            </a:r>
            <a:r>
              <a:rPr lang="it-IT" sz="24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entury Gothic" panose="020B0502020202020204"/>
              </a:rPr>
              <a:t> are </a:t>
            </a:r>
            <a:r>
              <a:rPr lang="it-IT" sz="2400" dirty="0" err="1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entury Gothic" panose="020B0502020202020204"/>
              </a:rPr>
              <a:t>ordered</a:t>
            </a:r>
            <a:r>
              <a:rPr lang="it-IT" sz="24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entury Gothic" panose="020B0502020202020204"/>
              </a:rPr>
              <a:t> </a:t>
            </a:r>
            <a:r>
              <a:rPr lang="it-IT" sz="2400" dirty="0" err="1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entury Gothic" panose="020B0502020202020204"/>
              </a:rPr>
              <a:t>according</a:t>
            </a:r>
            <a:r>
              <a:rPr lang="it-IT" sz="24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entury Gothic" panose="020B0502020202020204"/>
              </a:rPr>
              <a:t> to </a:t>
            </a:r>
            <a:r>
              <a:rPr lang="it-IT" sz="2400" dirty="0" err="1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entury Gothic" panose="020B0502020202020204"/>
              </a:rPr>
              <a:t>their</a:t>
            </a:r>
            <a:r>
              <a:rPr lang="it-IT" sz="24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entury Gothic" panose="020B0502020202020204"/>
              </a:rPr>
              <a:t> </a:t>
            </a:r>
            <a:r>
              <a:rPr lang="it-IT" sz="2400" dirty="0" err="1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entury Gothic" panose="020B0502020202020204"/>
              </a:rPr>
              <a:t>arrival</a:t>
            </a:r>
            <a:r>
              <a:rPr lang="it-IT" sz="24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entury Gothic" panose="020B0502020202020204"/>
              </a:rPr>
              <a:t> time;</a:t>
            </a:r>
          </a:p>
          <a:p>
            <a:pPr marL="285750" indent="-285750">
              <a:buFont typeface="Arial"/>
              <a:buChar char="•"/>
            </a:pPr>
            <a:r>
              <a:rPr lang="it-IT" sz="2400" dirty="0" err="1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entury Gothic" panose="020B0502020202020204"/>
              </a:rPr>
              <a:t>whoever</a:t>
            </a:r>
            <a:r>
              <a:rPr lang="it-IT" sz="24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entury Gothic" panose="020B0502020202020204"/>
              </a:rPr>
              <a:t> </a:t>
            </a:r>
            <a:r>
              <a:rPr lang="it-IT" sz="2400" dirty="0" err="1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entury Gothic" panose="020B0502020202020204"/>
              </a:rPr>
              <a:t>arrives</a:t>
            </a:r>
            <a:r>
              <a:rPr lang="it-IT" sz="24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entury Gothic" panose="020B0502020202020204"/>
              </a:rPr>
              <a:t> first </a:t>
            </a:r>
            <a:r>
              <a:rPr lang="it-IT" sz="2400" dirty="0" err="1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entury Gothic" panose="020B0502020202020204"/>
              </a:rPr>
              <a:t>is</a:t>
            </a:r>
            <a:r>
              <a:rPr lang="it-IT" sz="24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entury Gothic" panose="020B0502020202020204"/>
              </a:rPr>
              <a:t> </a:t>
            </a:r>
            <a:r>
              <a:rPr lang="it-IT" sz="2400" dirty="0" err="1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entury Gothic" panose="020B0502020202020204"/>
              </a:rPr>
              <a:t>processed</a:t>
            </a:r>
            <a:r>
              <a:rPr lang="it-IT" sz="24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entury Gothic" panose="020B0502020202020204"/>
              </a:rPr>
              <a:t> first.</a:t>
            </a:r>
          </a:p>
        </p:txBody>
      </p:sp>
      <p:graphicFrame>
        <p:nvGraphicFramePr>
          <p:cNvPr id="6" name="CasellaDiTesto 3">
            <a:extLst>
              <a:ext uri="{FF2B5EF4-FFF2-40B4-BE49-F238E27FC236}">
                <a16:creationId xmlns:a16="http://schemas.microsoft.com/office/drawing/2014/main" id="{2DCD9774-A28E-BDDA-6021-38CE7BF5F1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16206148"/>
              </p:ext>
            </p:extLst>
          </p:nvPr>
        </p:nvGraphicFramePr>
        <p:xfrm>
          <a:off x="1063439" y="4723769"/>
          <a:ext cx="7528923" cy="15049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Titolo 1">
            <a:extLst>
              <a:ext uri="{FF2B5EF4-FFF2-40B4-BE49-F238E27FC236}">
                <a16:creationId xmlns:a16="http://schemas.microsoft.com/office/drawing/2014/main" id="{DCDC361E-CBF8-3727-84C5-D177F55BB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147" y="443576"/>
            <a:ext cx="9252154" cy="1016654"/>
          </a:xfrm>
        </p:spPr>
        <p:txBody>
          <a:bodyPr>
            <a:normAutofit fontScale="90000"/>
          </a:bodyPr>
          <a:lstStyle/>
          <a:p>
            <a:r>
              <a:rPr lang="it-IT" sz="4000" b="1" dirty="0">
                <a:solidFill>
                  <a:schemeClr val="bg2"/>
                </a:solidFill>
                <a:latin typeface="Aptos"/>
                <a:cs typeface="Times New Roman" panose="02020603050405020304" pitchFamily="18" charset="0"/>
              </a:rPr>
              <a:t>PREVENTION/REDUCTION: </a:t>
            </a:r>
            <a:br>
              <a:rPr lang="it-IT" sz="4000" b="1" dirty="0">
                <a:solidFill>
                  <a:schemeClr val="bg2"/>
                </a:solidFill>
                <a:latin typeface="Aptos"/>
                <a:cs typeface="Times New Roman" panose="02020603050405020304" pitchFamily="18" charset="0"/>
              </a:rPr>
            </a:br>
            <a:r>
              <a:rPr lang="it-IT" sz="4000" b="1" dirty="0">
                <a:solidFill>
                  <a:schemeClr val="bg2"/>
                </a:solidFill>
                <a:latin typeface="Aptos"/>
                <a:cs typeface="Times New Roman" panose="02020603050405020304" pitchFamily="18" charset="0"/>
              </a:rPr>
              <a:t>FAIR ORDERING POLICIES</a:t>
            </a:r>
          </a:p>
        </p:txBody>
      </p:sp>
    </p:spTree>
    <p:extLst>
      <p:ext uri="{BB962C8B-B14F-4D97-AF65-F5344CB8AC3E}">
        <p14:creationId xmlns:p14="http://schemas.microsoft.com/office/powerpoint/2010/main" val="13859740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E4E366E-272A-409E-840F-9A6A64A9E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21560C-E4AB-4287-A29C-3F691679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DF6CFF07-D953-4F9C-9A0E-E0A6AACB6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DAA4FEEE-0B5F-41BF-825D-60F9FB089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35565E4-1015-83AD-F860-E85B7013A419}"/>
              </a:ext>
            </a:extLst>
          </p:cNvPr>
          <p:cNvSpPr txBox="1"/>
          <p:nvPr/>
        </p:nvSpPr>
        <p:spPr>
          <a:xfrm>
            <a:off x="1063439" y="2581121"/>
            <a:ext cx="9982199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000" b="1" dirty="0" err="1"/>
              <a:t>TimeBoost</a:t>
            </a:r>
            <a:r>
              <a:rPr lang="it-IT" sz="2000" b="1" dirty="0"/>
              <a:t> </a:t>
            </a:r>
          </a:p>
          <a:p>
            <a:endParaRPr lang="it-IT" sz="2000" b="1" dirty="0">
              <a:ea typeface="+mn-lt"/>
              <a:cs typeface="+mn-lt"/>
            </a:endParaRPr>
          </a:p>
          <a:p>
            <a:r>
              <a:rPr lang="en-US" sz="2000" dirty="0"/>
              <a:t>Each transaction receives a score calculated using: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 timestamp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an economic bid</a:t>
            </a:r>
            <a:endParaRPr lang="it-IT" sz="20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/>
            </a:endParaRPr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DCDC361E-CBF8-3727-84C5-D177F55BB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147" y="443576"/>
            <a:ext cx="9252154" cy="1016654"/>
          </a:xfrm>
        </p:spPr>
        <p:txBody>
          <a:bodyPr>
            <a:normAutofit fontScale="90000"/>
          </a:bodyPr>
          <a:lstStyle/>
          <a:p>
            <a:r>
              <a:rPr lang="it-IT" sz="4000" b="1" dirty="0">
                <a:solidFill>
                  <a:schemeClr val="bg2"/>
                </a:solidFill>
                <a:latin typeface="Aptos"/>
                <a:cs typeface="Times New Roman" panose="02020603050405020304" pitchFamily="18" charset="0"/>
              </a:rPr>
              <a:t>PREVENTION/REDUCTION: </a:t>
            </a:r>
            <a:br>
              <a:rPr lang="it-IT" sz="4000" b="1" dirty="0">
                <a:solidFill>
                  <a:schemeClr val="bg2"/>
                </a:solidFill>
                <a:latin typeface="Aptos"/>
                <a:cs typeface="Times New Roman" panose="02020603050405020304" pitchFamily="18" charset="0"/>
              </a:rPr>
            </a:br>
            <a:r>
              <a:rPr lang="it-IT" sz="4000" b="1" dirty="0">
                <a:solidFill>
                  <a:schemeClr val="bg2"/>
                </a:solidFill>
                <a:latin typeface="Aptos"/>
                <a:cs typeface="Times New Roman" panose="02020603050405020304" pitchFamily="18" charset="0"/>
              </a:rPr>
              <a:t>FAIR ORDERING POLICIES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3F798781-26DC-ECD6-EB9B-E75182784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39" y="4730627"/>
            <a:ext cx="3284021" cy="60152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3" name="Diagramma 12">
                <a:extLst>
                  <a:ext uri="{FF2B5EF4-FFF2-40B4-BE49-F238E27FC236}">
                    <a16:creationId xmlns:a16="http://schemas.microsoft.com/office/drawing/2014/main" id="{5C113C74-C0DF-6B05-21BE-68CD44764D8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191622208"/>
                  </p:ext>
                </p:extLst>
              </p:nvPr>
            </p:nvGraphicFramePr>
            <p:xfrm>
              <a:off x="4458182" y="3869871"/>
              <a:ext cx="7494332" cy="266944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>
          <p:graphicFrame>
            <p:nvGraphicFramePr>
              <p:cNvPr id="13" name="Diagramma 12">
                <a:extLst>
                  <a:ext uri="{FF2B5EF4-FFF2-40B4-BE49-F238E27FC236}">
                    <a16:creationId xmlns:a16="http://schemas.microsoft.com/office/drawing/2014/main" id="{5C113C74-C0DF-6B05-21BE-68CD44764D8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191622208"/>
                  </p:ext>
                </p:extLst>
              </p:nvPr>
            </p:nvGraphicFramePr>
            <p:xfrm>
              <a:off x="4458182" y="3869871"/>
              <a:ext cx="7494332" cy="266944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4" r:qs="rId5" r:cs="rId6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34753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E4E366E-272A-409E-840F-9A6A64A9E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21560C-E4AB-4287-A29C-3F691679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DF6CFF07-D953-4F9C-9A0E-E0A6AACB6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DAA4FEEE-0B5F-41BF-825D-60F9FB089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35565E4-1015-83AD-F860-E85B7013A419}"/>
              </a:ext>
            </a:extLst>
          </p:cNvPr>
          <p:cNvSpPr txBox="1"/>
          <p:nvPr/>
        </p:nvSpPr>
        <p:spPr>
          <a:xfrm>
            <a:off x="1063439" y="2581121"/>
            <a:ext cx="998219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Decentralized Sequencing 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E35F2F6B-2068-FC30-AFF5-006A53520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1084" y="5788594"/>
            <a:ext cx="1983821" cy="879134"/>
          </a:xfrm>
          <a:prstGeom prst="rect">
            <a:avLst/>
          </a:prstGeom>
          <a:effectLst/>
        </p:spPr>
      </p:pic>
      <p:graphicFrame>
        <p:nvGraphicFramePr>
          <p:cNvPr id="6" name="CasellaDiTesto 9">
            <a:extLst>
              <a:ext uri="{FF2B5EF4-FFF2-40B4-BE49-F238E27FC236}">
                <a16:creationId xmlns:a16="http://schemas.microsoft.com/office/drawing/2014/main" id="{50165FD3-4A5D-45CB-FC53-6CB5AB7DA7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08528531"/>
              </p:ext>
            </p:extLst>
          </p:nvPr>
        </p:nvGraphicFramePr>
        <p:xfrm>
          <a:off x="1063439" y="3337745"/>
          <a:ext cx="9250723" cy="31397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Titolo 1">
            <a:extLst>
              <a:ext uri="{FF2B5EF4-FFF2-40B4-BE49-F238E27FC236}">
                <a16:creationId xmlns:a16="http://schemas.microsoft.com/office/drawing/2014/main" id="{42283B81-8A1B-9C71-90FE-4EC4AF2A1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147" y="443576"/>
            <a:ext cx="9252154" cy="1016654"/>
          </a:xfrm>
        </p:spPr>
        <p:txBody>
          <a:bodyPr>
            <a:normAutofit fontScale="90000"/>
          </a:bodyPr>
          <a:lstStyle/>
          <a:p>
            <a:r>
              <a:rPr lang="it-IT" sz="4000" b="1" dirty="0">
                <a:solidFill>
                  <a:schemeClr val="bg2"/>
                </a:solidFill>
                <a:latin typeface="Aptos"/>
                <a:cs typeface="Times New Roman" panose="02020603050405020304" pitchFamily="18" charset="0"/>
              </a:rPr>
              <a:t>PREVENTION/REDUCTION: </a:t>
            </a:r>
            <a:br>
              <a:rPr lang="it-IT" sz="4000" b="1" dirty="0">
                <a:solidFill>
                  <a:schemeClr val="bg2"/>
                </a:solidFill>
                <a:latin typeface="Aptos"/>
                <a:cs typeface="Times New Roman" panose="02020603050405020304" pitchFamily="18" charset="0"/>
              </a:rPr>
            </a:br>
            <a:r>
              <a:rPr lang="it-IT" sz="4000" b="1" dirty="0">
                <a:solidFill>
                  <a:schemeClr val="bg2"/>
                </a:solidFill>
                <a:latin typeface="Aptos"/>
                <a:cs typeface="Times New Roman" panose="02020603050405020304" pitchFamily="18" charset="0"/>
              </a:rPr>
              <a:t>FAIR ORDERING POLICIES</a:t>
            </a:r>
          </a:p>
        </p:txBody>
      </p:sp>
    </p:spTree>
    <p:extLst>
      <p:ext uri="{BB962C8B-B14F-4D97-AF65-F5344CB8AC3E}">
        <p14:creationId xmlns:p14="http://schemas.microsoft.com/office/powerpoint/2010/main" val="24607272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9454B7-8665-4153-7777-AA4457D60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B766C427-A67C-4AF0-5D20-9F69DE570BC3}"/>
              </a:ext>
            </a:extLst>
          </p:cNvPr>
          <p:cNvSpPr txBox="1"/>
          <p:nvPr/>
        </p:nvSpPr>
        <p:spPr>
          <a:xfrm>
            <a:off x="648730" y="2553730"/>
            <a:ext cx="1027508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entury Gothic" panose="020B0502020202020204"/>
              </a:rPr>
              <a:t>Transaction contents are hidden until the ordering has already been decided.</a:t>
            </a:r>
            <a:endParaRPr lang="it-IT" sz="1600" dirty="0"/>
          </a:p>
        </p:txBody>
      </p:sp>
      <p:sp>
        <p:nvSpPr>
          <p:cNvPr id="6" name="Titolo 1">
            <a:extLst>
              <a:ext uri="{FF2B5EF4-FFF2-40B4-BE49-F238E27FC236}">
                <a16:creationId xmlns:a16="http://schemas.microsoft.com/office/drawing/2014/main" id="{64F7B95C-421E-F57E-EE12-71B7D1433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147" y="443576"/>
            <a:ext cx="9252154" cy="1016654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it-IT" sz="4000" b="1" dirty="0">
                <a:solidFill>
                  <a:schemeClr val="bg2"/>
                </a:solidFill>
                <a:latin typeface="Aptos"/>
                <a:cs typeface="Times New Roman" panose="02020603050405020304" pitchFamily="18" charset="0"/>
              </a:rPr>
              <a:t>PREVENTION / REDUCTION:</a:t>
            </a:r>
            <a:br>
              <a:rPr lang="it-IT" sz="4000" b="1" dirty="0">
                <a:solidFill>
                  <a:schemeClr val="bg2"/>
                </a:solidFill>
                <a:latin typeface="Aptos"/>
                <a:cs typeface="Times New Roman" panose="02020603050405020304" pitchFamily="18" charset="0"/>
              </a:rPr>
            </a:br>
            <a:r>
              <a:rPr lang="it-IT" sz="4000" b="1" dirty="0">
                <a:solidFill>
                  <a:schemeClr val="bg2"/>
                </a:solidFill>
                <a:latin typeface="Aptos"/>
                <a:cs typeface="Times New Roman" panose="02020603050405020304" pitchFamily="18" charset="0"/>
              </a:rPr>
              <a:t>PRIVACY-RESERVING METHODS</a:t>
            </a:r>
            <a:endParaRPr lang="it-IT" sz="4000" b="1" dirty="0">
              <a:solidFill>
                <a:srgbClr val="EBEBEB"/>
              </a:solidFill>
              <a:latin typeface="Aptos"/>
              <a:cs typeface="Times New Roman"/>
            </a:endParaRPr>
          </a:p>
        </p:txBody>
      </p:sp>
      <p:graphicFrame>
        <p:nvGraphicFramePr>
          <p:cNvPr id="10" name="Diagramma 9">
            <a:extLst>
              <a:ext uri="{FF2B5EF4-FFF2-40B4-BE49-F238E27FC236}">
                <a16:creationId xmlns:a16="http://schemas.microsoft.com/office/drawing/2014/main" id="{B0F7A078-704C-662D-B6A7-5623D5C5FE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64816229"/>
              </p:ext>
            </p:extLst>
          </p:nvPr>
        </p:nvGraphicFramePr>
        <p:xfrm>
          <a:off x="0" y="3133591"/>
          <a:ext cx="10573658" cy="32808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599111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83B203-828D-FC93-FF06-54463CE8A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5CA3744-D0DF-8434-9CB9-3D8A1C2733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6DBA60-6B32-E87F-0261-040DD4FD7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FCCA4B38-B572-6592-0A65-81D574850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BBCF7348-0989-1ED7-01C1-67D44EA654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7A13E9B9-A171-93ED-6A0A-481BC33AEB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763520"/>
            <a:ext cx="10449152" cy="296780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dirty="0"/>
              <a:t>Reduce the possibility of front-running directly inside applications.</a:t>
            </a:r>
          </a:p>
          <a:p>
            <a:pPr>
              <a:buNone/>
            </a:pPr>
            <a:r>
              <a:rPr lang="en-US" dirty="0"/>
              <a:t>Two main families: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/>
              <a:t>Entirely </a:t>
            </a:r>
            <a:r>
              <a:rPr lang="en-US" b="1" dirty="0"/>
              <a:t>on-chain</a:t>
            </a:r>
            <a:r>
              <a:rPr lang="en-US" dirty="0"/>
              <a:t> and remains inside smart contracts.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Off-chain</a:t>
            </a:r>
            <a:r>
              <a:rPr lang="en-US" dirty="0"/>
              <a:t> components connected to the blockchain ecosystem. Some important example are </a:t>
            </a:r>
            <a:r>
              <a:rPr lang="en-US" dirty="0" err="1"/>
              <a:t>CoW</a:t>
            </a:r>
            <a:r>
              <a:rPr lang="en-US" dirty="0"/>
              <a:t> Swap and Fair MM.</a:t>
            </a:r>
          </a:p>
          <a:p>
            <a:pPr>
              <a:buNone/>
            </a:pPr>
            <a:endParaRPr lang="it-IT" dirty="0">
              <a:latin typeface="Century Gothic" panose="020B0502020202020204"/>
              <a:cs typeface="Times New Roman"/>
            </a:endParaRP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672126EA-D6B4-CAF9-4D06-BF9521C3A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1277" y="4975743"/>
            <a:ext cx="2691188" cy="1057423"/>
          </a:xfrm>
          <a:prstGeom prst="rect">
            <a:avLst/>
          </a:prstGeom>
        </p:spPr>
      </p:pic>
      <p:sp>
        <p:nvSpPr>
          <p:cNvPr id="3" name="Titolo 1">
            <a:extLst>
              <a:ext uri="{FF2B5EF4-FFF2-40B4-BE49-F238E27FC236}">
                <a16:creationId xmlns:a16="http://schemas.microsoft.com/office/drawing/2014/main" id="{969D84B0-D32F-2F96-8F3D-7FD7CCD9676F}"/>
              </a:ext>
            </a:extLst>
          </p:cNvPr>
          <p:cNvSpPr txBox="1">
            <a:spLocks/>
          </p:cNvSpPr>
          <p:nvPr/>
        </p:nvSpPr>
        <p:spPr>
          <a:xfrm>
            <a:off x="595147" y="443576"/>
            <a:ext cx="9252154" cy="101665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90000"/>
              </a:lnSpc>
            </a:pPr>
            <a:r>
              <a:rPr lang="it-IT" sz="4000" b="1" dirty="0">
                <a:solidFill>
                  <a:schemeClr val="bg2"/>
                </a:solidFill>
                <a:latin typeface="Aptos"/>
                <a:cs typeface="Times New Roman" panose="02020603050405020304" pitchFamily="18" charset="0"/>
              </a:rPr>
              <a:t>PREVENTION / REDUCTION:</a:t>
            </a:r>
            <a:br>
              <a:rPr lang="it-IT" sz="4000" b="1" dirty="0">
                <a:solidFill>
                  <a:schemeClr val="bg2"/>
                </a:solidFill>
                <a:latin typeface="Aptos"/>
                <a:cs typeface="Times New Roman" panose="02020603050405020304" pitchFamily="18" charset="0"/>
              </a:rPr>
            </a:br>
            <a:r>
              <a:rPr lang="it-IT" sz="4000" b="1" dirty="0">
                <a:solidFill>
                  <a:schemeClr val="bg2"/>
                </a:solidFill>
                <a:latin typeface="Aptos"/>
                <a:cs typeface="Times New Roman" panose="02020603050405020304" pitchFamily="18" charset="0"/>
              </a:rPr>
              <a:t>SMART CONTRACT SOLUTIONS</a:t>
            </a:r>
            <a:endParaRPr lang="it-IT" sz="4000" b="1" dirty="0">
              <a:solidFill>
                <a:srgbClr val="EBEBEB"/>
              </a:solidFill>
              <a:latin typeface="Aptos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88769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01B32C-750A-926F-86D1-65DA4491E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graphicFrame>
        <p:nvGraphicFramePr>
          <p:cNvPr id="40" name="Segnaposto contenuto 2">
            <a:extLst>
              <a:ext uri="{FF2B5EF4-FFF2-40B4-BE49-F238E27FC236}">
                <a16:creationId xmlns:a16="http://schemas.microsoft.com/office/drawing/2014/main" id="{820E2C88-FA07-17C4-45E0-643E327A55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019600"/>
              </p:ext>
            </p:extLst>
          </p:nvPr>
        </p:nvGraphicFramePr>
        <p:xfrm>
          <a:off x="490452" y="2613116"/>
          <a:ext cx="4098174" cy="18249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Segnaposto contenuto 4">
            <a:extLst>
              <a:ext uri="{FF2B5EF4-FFF2-40B4-BE49-F238E27FC236}">
                <a16:creationId xmlns:a16="http://schemas.microsoft.com/office/drawing/2014/main" id="{FB3F356B-EF68-5B38-12EB-93FA9480001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2727485"/>
              </p:ext>
            </p:extLst>
          </p:nvPr>
        </p:nvGraphicFramePr>
        <p:xfrm>
          <a:off x="3254756" y="4739874"/>
          <a:ext cx="5215914" cy="22189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4" name="Titolo 1">
            <a:extLst>
              <a:ext uri="{FF2B5EF4-FFF2-40B4-BE49-F238E27FC236}">
                <a16:creationId xmlns:a16="http://schemas.microsoft.com/office/drawing/2014/main" id="{2F4DD3B2-1259-D9A9-64F7-4A035F3D2826}"/>
              </a:ext>
            </a:extLst>
          </p:cNvPr>
          <p:cNvSpPr txBox="1">
            <a:spLocks/>
          </p:cNvSpPr>
          <p:nvPr/>
        </p:nvSpPr>
        <p:spPr>
          <a:xfrm>
            <a:off x="595147" y="443576"/>
            <a:ext cx="9252154" cy="101665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90000"/>
              </a:lnSpc>
            </a:pPr>
            <a:r>
              <a:rPr lang="it-IT" sz="4000" b="1" dirty="0">
                <a:solidFill>
                  <a:schemeClr val="bg2"/>
                </a:solidFill>
                <a:latin typeface="Aptos"/>
                <a:cs typeface="Times New Roman" panose="02020603050405020304" pitchFamily="18" charset="0"/>
              </a:rPr>
              <a:t>SIDE-EFFECT REDUCTION: </a:t>
            </a:r>
            <a:br>
              <a:rPr lang="it-IT" sz="4000" b="1" dirty="0">
                <a:solidFill>
                  <a:schemeClr val="bg2"/>
                </a:solidFill>
                <a:latin typeface="Aptos"/>
                <a:cs typeface="Times New Roman" panose="02020603050405020304" pitchFamily="18" charset="0"/>
              </a:rPr>
            </a:br>
            <a:r>
              <a:rPr lang="it-IT" sz="4000" b="1" dirty="0">
                <a:solidFill>
                  <a:schemeClr val="bg2"/>
                </a:solidFill>
                <a:latin typeface="Aptos"/>
                <a:cs typeface="Times New Roman" panose="02020603050405020304" pitchFamily="18" charset="0"/>
              </a:rPr>
              <a:t>PROPOSER-BUILDER SEPARATION</a:t>
            </a:r>
            <a:endParaRPr lang="it-IT" sz="4000" b="1" dirty="0">
              <a:solidFill>
                <a:srgbClr val="EBEBEB"/>
              </a:solidFill>
              <a:latin typeface="Aptos"/>
              <a:cs typeface="Times New Roman"/>
            </a:endParaRPr>
          </a:p>
        </p:txBody>
      </p:sp>
      <p:pic>
        <p:nvPicPr>
          <p:cNvPr id="1026" name="Picture 2" descr="GitHub - flashbots/mev-boost: MEV-Boost allows Ethereum validators to  source high-MEV blocks from a competitive builder marketplace · GitHub">
            <a:extLst>
              <a:ext uri="{FF2B5EF4-FFF2-40B4-BE49-F238E27FC236}">
                <a16:creationId xmlns:a16="http://schemas.microsoft.com/office/drawing/2014/main" id="{97DF39C0-35B1-22D7-3954-4CF112720C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1472" y="5735047"/>
            <a:ext cx="1978479" cy="923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FEA34585-5B5C-3568-1A3C-016965B81631}"/>
              </a:ext>
            </a:extLst>
          </p:cNvPr>
          <p:cNvSpPr txBox="1">
            <a:spLocks/>
          </p:cNvSpPr>
          <p:nvPr/>
        </p:nvSpPr>
        <p:spPr>
          <a:xfrm>
            <a:off x="5031902" y="2566402"/>
            <a:ext cx="6924502" cy="228761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>
              <a:buFont typeface="Wingdings 3" charset="2"/>
              <a:buNone/>
            </a:pPr>
            <a:r>
              <a:rPr lang="en-US" dirty="0"/>
              <a:t>The most important implementation today is </a:t>
            </a:r>
            <a:r>
              <a:rPr lang="en-US" b="1" dirty="0"/>
              <a:t>MEV-Boost</a:t>
            </a:r>
          </a:p>
          <a:p>
            <a:pPr>
              <a:buFont typeface="Wingdings 3" charset="2"/>
              <a:buNone/>
            </a:pPr>
            <a:r>
              <a:rPr lang="en-US" dirty="0"/>
              <a:t>In this model: </a:t>
            </a:r>
          </a:p>
          <a:p>
            <a:pPr>
              <a:buFont typeface="Wingdings 3" charset="2"/>
              <a:buNone/>
            </a:pPr>
            <a:r>
              <a:rPr lang="en-US" dirty="0"/>
              <a:t>	• searchers identify MEV opportunities; </a:t>
            </a:r>
          </a:p>
          <a:p>
            <a:pPr>
              <a:buFont typeface="Wingdings 3" charset="2"/>
              <a:buNone/>
            </a:pPr>
            <a:r>
              <a:rPr lang="en-US" dirty="0"/>
              <a:t>	• builders construct blocks; </a:t>
            </a:r>
          </a:p>
          <a:p>
            <a:pPr>
              <a:buFont typeface="Wingdings 3" charset="2"/>
              <a:buNone/>
            </a:pPr>
            <a:r>
              <a:rPr lang="en-US" dirty="0"/>
              <a:t>	• relays verify blocks; </a:t>
            </a:r>
          </a:p>
          <a:p>
            <a:pPr>
              <a:buFont typeface="Wingdings 3" charset="2"/>
              <a:buNone/>
            </a:pPr>
            <a:r>
              <a:rPr lang="en-US" dirty="0"/>
              <a:t>	• validators choose which block to propose. </a:t>
            </a:r>
          </a:p>
          <a:p>
            <a:pPr>
              <a:buFont typeface="Wingdings 3" charset="2"/>
              <a:buNone/>
            </a:pPr>
            <a:endParaRPr lang="it-IT" dirty="0">
              <a:latin typeface="Century Gothic" panose="020B0502020202020204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170573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A4B064-8D00-EC2F-7416-DCCDAB255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923E8915-D2AA-4327-A45A-972C3CA95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302FC3C-9804-4950-B721-5FD704BA6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88952" cy="6858000"/>
          </a:xfrm>
          <a:prstGeom prst="rect">
            <a:avLst/>
          </a:prstGeom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B9695BD-ECF6-49CA-8877-8C493193C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5" y="1828800"/>
            <a:ext cx="0" cy="3200400"/>
          </a:xfrm>
          <a:prstGeom prst="line">
            <a:avLst/>
          </a:prstGeom>
          <a:ln w="190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3BC6EBB2-9BDC-4075-BA6B-43A9FBF9C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228080"/>
            <a:ext cx="993734" cy="762000"/>
          </a:xfrm>
          <a:prstGeom prst="rect">
            <a:avLst/>
          </a:prstGeom>
        </p:spPr>
      </p:pic>
      <p:sp>
        <p:nvSpPr>
          <p:cNvPr id="29" name="Freeform 5">
            <a:extLst>
              <a:ext uri="{FF2B5EF4-FFF2-40B4-BE49-F238E27FC236}">
                <a16:creationId xmlns:a16="http://schemas.microsoft.com/office/drawing/2014/main" id="{F3798573-F27B-47EB-8EA4-7EE34954C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588" y="0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FE357B2-34AA-A66D-3D82-D03DF6E1A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195" y="804672"/>
            <a:ext cx="3521359" cy="5248656"/>
          </a:xfrm>
        </p:spPr>
        <p:txBody>
          <a:bodyPr anchor="ctr">
            <a:normAutofit/>
          </a:bodyPr>
          <a:lstStyle/>
          <a:p>
            <a:pPr algn="ctr"/>
            <a:r>
              <a:rPr lang="it-IT" sz="3900" b="1">
                <a:latin typeface="Aptos"/>
                <a:cs typeface="Times New Roman"/>
              </a:rPr>
              <a:t>CONCLUSION</a:t>
            </a:r>
            <a:endParaRPr lang="it-IT" sz="390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D0861C5-621B-8520-A689-8F6A11D92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5861" y="804671"/>
            <a:ext cx="6399930" cy="524865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it-IT" kern="100" dirty="0" err="1">
                <a:ea typeface="+mj-lt"/>
                <a:cs typeface="+mj-lt"/>
              </a:rPr>
              <a:t>Every</a:t>
            </a:r>
            <a:r>
              <a:rPr lang="it-IT" kern="100" dirty="0">
                <a:ea typeface="+mj-lt"/>
                <a:cs typeface="+mj-lt"/>
              </a:rPr>
              <a:t> </a:t>
            </a:r>
            <a:r>
              <a:rPr lang="it-IT" kern="100" dirty="0" err="1">
                <a:ea typeface="+mj-lt"/>
                <a:cs typeface="+mj-lt"/>
              </a:rPr>
              <a:t>approach</a:t>
            </a:r>
            <a:r>
              <a:rPr lang="it-IT" kern="100" dirty="0">
                <a:ea typeface="+mj-lt"/>
                <a:cs typeface="+mj-lt"/>
              </a:rPr>
              <a:t> </a:t>
            </a:r>
            <a:r>
              <a:rPr lang="it-IT" kern="100" dirty="0" err="1">
                <a:ea typeface="+mj-lt"/>
                <a:cs typeface="+mj-lt"/>
              </a:rPr>
              <a:t>introduces</a:t>
            </a:r>
            <a:r>
              <a:rPr lang="it-IT" kern="100" dirty="0">
                <a:ea typeface="+mj-lt"/>
                <a:cs typeface="+mj-lt"/>
              </a:rPr>
              <a:t> trade-</a:t>
            </a:r>
            <a:r>
              <a:rPr lang="it-IT" kern="100" dirty="0" err="1">
                <a:ea typeface="+mj-lt"/>
                <a:cs typeface="+mj-lt"/>
              </a:rPr>
              <a:t>offs</a:t>
            </a:r>
            <a:r>
              <a:rPr lang="it-IT" kern="100" dirty="0">
                <a:ea typeface="+mj-lt"/>
                <a:cs typeface="+mj-lt"/>
              </a:rPr>
              <a:t> </a:t>
            </a:r>
            <a:r>
              <a:rPr lang="it-IT" kern="100" dirty="0" err="1">
                <a:ea typeface="+mj-lt"/>
                <a:cs typeface="+mj-lt"/>
              </a:rPr>
              <a:t>between</a:t>
            </a:r>
            <a:r>
              <a:rPr lang="it-IT" kern="100" dirty="0">
                <a:ea typeface="+mj-lt"/>
                <a:cs typeface="+mj-lt"/>
              </a:rPr>
              <a:t>:</a:t>
            </a:r>
          </a:p>
          <a:p>
            <a:pPr>
              <a:buClr>
                <a:srgbClr val="F7F7F7"/>
              </a:buClr>
              <a:buFont typeface="Wingdings 3"/>
              <a:buChar char=""/>
            </a:pPr>
            <a:r>
              <a:rPr lang="it-IT" kern="100" dirty="0" err="1">
                <a:ea typeface="+mj-lt"/>
                <a:cs typeface="+mj-lt"/>
              </a:rPr>
              <a:t>Decentralization</a:t>
            </a:r>
            <a:endParaRPr lang="it-IT" kern="100" dirty="0">
              <a:ea typeface="+mj-lt"/>
              <a:cs typeface="+mj-lt"/>
            </a:endParaRPr>
          </a:p>
          <a:p>
            <a:pPr>
              <a:buClr>
                <a:srgbClr val="F7F7F7"/>
              </a:buClr>
              <a:buFont typeface="Wingdings 3"/>
              <a:buChar char=""/>
            </a:pPr>
            <a:r>
              <a:rPr lang="it-IT" kern="100" dirty="0">
                <a:ea typeface="+mj-lt"/>
                <a:cs typeface="+mj-lt"/>
              </a:rPr>
              <a:t>Privacy</a:t>
            </a:r>
          </a:p>
          <a:p>
            <a:pPr>
              <a:buClr>
                <a:srgbClr val="F7F7F7"/>
              </a:buClr>
              <a:buFont typeface="Wingdings 3"/>
              <a:buChar char=""/>
            </a:pPr>
            <a:r>
              <a:rPr lang="it-IT" kern="100" dirty="0" err="1">
                <a:ea typeface="+mj-lt"/>
                <a:cs typeface="+mj-lt"/>
              </a:rPr>
              <a:t>Latency</a:t>
            </a:r>
            <a:endParaRPr lang="it-IT" kern="100" dirty="0">
              <a:ea typeface="+mj-lt"/>
              <a:cs typeface="+mj-lt"/>
            </a:endParaRPr>
          </a:p>
          <a:p>
            <a:pPr>
              <a:buClr>
                <a:srgbClr val="F7F7F7"/>
              </a:buClr>
              <a:buFont typeface="Wingdings 3"/>
              <a:buChar char=""/>
            </a:pPr>
            <a:r>
              <a:rPr lang="it-IT" kern="100" dirty="0" err="1">
                <a:ea typeface="+mj-lt"/>
                <a:cs typeface="+mj-lt"/>
              </a:rPr>
              <a:t>Complexity</a:t>
            </a:r>
            <a:endParaRPr lang="it-IT" kern="100" dirty="0">
              <a:ea typeface="+mj-lt"/>
              <a:cs typeface="+mj-lt"/>
            </a:endParaRPr>
          </a:p>
          <a:p>
            <a:pPr>
              <a:buClr>
                <a:srgbClr val="F7F7F7"/>
              </a:buClr>
              <a:buFont typeface="Wingdings 3"/>
              <a:buChar char=""/>
            </a:pPr>
            <a:r>
              <a:rPr lang="it-IT" kern="100" dirty="0" err="1">
                <a:ea typeface="+mj-lt"/>
                <a:cs typeface="+mj-lt"/>
              </a:rPr>
              <a:t>Scalability</a:t>
            </a:r>
          </a:p>
          <a:p>
            <a:pPr marL="0" indent="0">
              <a:buNone/>
            </a:pPr>
            <a:r>
              <a:rPr lang="it-IT" kern="100" dirty="0">
                <a:ea typeface="+mj-lt"/>
                <a:cs typeface="+mj-lt"/>
              </a:rPr>
              <a:t>MEV </a:t>
            </a:r>
            <a:r>
              <a:rPr lang="it-IT" kern="100" dirty="0" err="1">
                <a:ea typeface="+mj-lt"/>
                <a:cs typeface="+mj-lt"/>
              </a:rPr>
              <a:t>cannot</a:t>
            </a:r>
            <a:r>
              <a:rPr lang="it-IT" kern="100" dirty="0">
                <a:ea typeface="+mj-lt"/>
                <a:cs typeface="+mj-lt"/>
              </a:rPr>
              <a:t> be </a:t>
            </a:r>
            <a:r>
              <a:rPr lang="it-IT" kern="100" dirty="0" err="1">
                <a:ea typeface="+mj-lt"/>
                <a:cs typeface="+mj-lt"/>
              </a:rPr>
              <a:t>completely</a:t>
            </a:r>
            <a:r>
              <a:rPr lang="it-IT" kern="100" dirty="0">
                <a:ea typeface="+mj-lt"/>
                <a:cs typeface="+mj-lt"/>
              </a:rPr>
              <a:t> </a:t>
            </a:r>
            <a:r>
              <a:rPr lang="it-IT" kern="100" dirty="0" err="1">
                <a:ea typeface="+mj-lt"/>
                <a:cs typeface="+mj-lt"/>
              </a:rPr>
              <a:t>eliminated</a:t>
            </a:r>
            <a:r>
              <a:rPr lang="it-IT" kern="100" dirty="0">
                <a:ea typeface="+mj-lt"/>
                <a:cs typeface="+mj-lt"/>
              </a:rPr>
              <a:t>, </a:t>
            </a:r>
            <a:r>
              <a:rPr lang="it-IT" kern="100" dirty="0" err="1">
                <a:ea typeface="+mj-lt"/>
                <a:cs typeface="+mj-lt"/>
              </a:rPr>
              <a:t>because</a:t>
            </a:r>
            <a:r>
              <a:rPr lang="it-IT" kern="100" dirty="0">
                <a:ea typeface="+mj-lt"/>
                <a:cs typeface="+mj-lt"/>
              </a:rPr>
              <a:t> </a:t>
            </a:r>
            <a:r>
              <a:rPr lang="it-IT" kern="100" dirty="0" err="1">
                <a:ea typeface="+mj-lt"/>
                <a:cs typeface="+mj-lt"/>
              </a:rPr>
              <a:t>it</a:t>
            </a:r>
            <a:r>
              <a:rPr lang="it-IT" kern="100" dirty="0">
                <a:ea typeface="+mj-lt"/>
                <a:cs typeface="+mj-lt"/>
              </a:rPr>
              <a:t> </a:t>
            </a:r>
            <a:r>
              <a:rPr lang="it-IT" kern="100" dirty="0" err="1">
                <a:ea typeface="+mj-lt"/>
                <a:cs typeface="+mj-lt"/>
              </a:rPr>
              <a:t>emerges</a:t>
            </a:r>
            <a:r>
              <a:rPr lang="it-IT" kern="100" dirty="0">
                <a:ea typeface="+mj-lt"/>
                <a:cs typeface="+mj-lt"/>
              </a:rPr>
              <a:t> </a:t>
            </a:r>
            <a:r>
              <a:rPr lang="it-IT" kern="100" dirty="0" err="1">
                <a:ea typeface="+mj-lt"/>
                <a:cs typeface="+mj-lt"/>
              </a:rPr>
              <a:t>directly</a:t>
            </a:r>
            <a:r>
              <a:rPr lang="it-IT" kern="100" dirty="0">
                <a:ea typeface="+mj-lt"/>
                <a:cs typeface="+mj-lt"/>
              </a:rPr>
              <a:t> from the </a:t>
            </a:r>
            <a:r>
              <a:rPr lang="it-IT" kern="100" dirty="0" err="1">
                <a:ea typeface="+mj-lt"/>
                <a:cs typeface="+mj-lt"/>
              </a:rPr>
              <a:t>structure</a:t>
            </a:r>
            <a:r>
              <a:rPr lang="it-IT" kern="100" dirty="0">
                <a:ea typeface="+mj-lt"/>
                <a:cs typeface="+mj-lt"/>
              </a:rPr>
              <a:t> of blockchains </a:t>
            </a:r>
            <a:r>
              <a:rPr lang="it-IT" kern="100" dirty="0" err="1">
                <a:ea typeface="+mj-lt"/>
                <a:cs typeface="+mj-lt"/>
              </a:rPr>
              <a:t>based</a:t>
            </a:r>
            <a:r>
              <a:rPr lang="it-IT" kern="100" dirty="0">
                <a:ea typeface="+mj-lt"/>
                <a:cs typeface="+mj-lt"/>
              </a:rPr>
              <a:t> on </a:t>
            </a:r>
            <a:r>
              <a:rPr lang="it-IT" kern="100" dirty="0" err="1">
                <a:ea typeface="+mj-lt"/>
                <a:cs typeface="+mj-lt"/>
              </a:rPr>
              <a:t>transaction</a:t>
            </a:r>
            <a:r>
              <a:rPr lang="it-IT" kern="100" dirty="0">
                <a:ea typeface="+mj-lt"/>
                <a:cs typeface="+mj-lt"/>
              </a:rPr>
              <a:t> </a:t>
            </a:r>
            <a:r>
              <a:rPr lang="it-IT" kern="100" dirty="0" err="1">
                <a:ea typeface="+mj-lt"/>
                <a:cs typeface="+mj-lt"/>
              </a:rPr>
              <a:t>ordering</a:t>
            </a:r>
            <a:r>
              <a:rPr lang="it-IT" kern="100" dirty="0">
                <a:ea typeface="+mj-lt"/>
                <a:cs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006190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e">
  <a:themeElements>
    <a:clrScheme name="Ione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e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e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179</TotalTime>
  <Words>472</Words>
  <Application>Microsoft Office PowerPoint</Application>
  <PresentationFormat>Widescreen</PresentationFormat>
  <Paragraphs>72</Paragraphs>
  <Slides>10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7" baseType="lpstr">
      <vt:lpstr>Aptos</vt:lpstr>
      <vt:lpstr>Arial</vt:lpstr>
      <vt:lpstr>Cambria Math</vt:lpstr>
      <vt:lpstr>Century Gothic</vt:lpstr>
      <vt:lpstr>Wingdings</vt:lpstr>
      <vt:lpstr>Wingdings 3</vt:lpstr>
      <vt:lpstr>Ione</vt:lpstr>
      <vt:lpstr>Maximum Extractable Value (MEV) Mitigation Approaches in Ethereum and Layer-2 Chains: A Comprehensive Survey</vt:lpstr>
      <vt:lpstr>MITIGATION STRATEGIES </vt:lpstr>
      <vt:lpstr>PREVENTION/REDUCTION:  FAIR ORDERING POLICIES</vt:lpstr>
      <vt:lpstr>PREVENTION/REDUCTION:  FAIR ORDERING POLICIES</vt:lpstr>
      <vt:lpstr>PREVENTION/REDUCTION:  FAIR ORDERING POLICIES</vt:lpstr>
      <vt:lpstr>PREVENTION/REDUCTION:  FAIR ORDERING POLICIES</vt:lpstr>
      <vt:lpstr>PREVENTION / REDUCTION: PRIVACY-RESERVING METHODS</vt:lpstr>
      <vt:lpstr>Presentazione standard di PowerPoint</vt:lpstr>
      <vt:lpstr>Presentazione standard di PowerPoint</vt:lpstr>
      <vt:lpstr>CONCLUSION</vt:lpstr>
    </vt:vector>
  </TitlesOfParts>
  <Company>Liguria Digitale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Magistrello Camilla</dc:creator>
  <cp:lastModifiedBy>Magistrello Camilla</cp:lastModifiedBy>
  <cp:revision>175</cp:revision>
  <dcterms:created xsi:type="dcterms:W3CDTF">2026-05-13T09:32:04Z</dcterms:created>
  <dcterms:modified xsi:type="dcterms:W3CDTF">2026-05-31T08:23:33Z</dcterms:modified>
</cp:coreProperties>
</file>